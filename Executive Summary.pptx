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11"/>
  </p:notesMasterIdLst>
  <p:sldIdLst>
    <p:sldId id="256" r:id="rId3"/>
    <p:sldId id="257" r:id="rId4"/>
    <p:sldId id="259" r:id="rId5"/>
    <p:sldId id="266" r:id="rId6"/>
    <p:sldId id="267" r:id="rId7"/>
    <p:sldId id="262" r:id="rId8"/>
    <p:sldId id="263"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82008C-C116-4BEC-AA9D-C6756B9EE77D}"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6154D7-88B6-4FFC-B9C2-EAD576DB9AA2}" type="slidenum">
              <a:rPr lang="en-US" smtClean="0"/>
              <a:t>‹#›</a:t>
            </a:fld>
            <a:endParaRPr lang="en-US"/>
          </a:p>
        </p:txBody>
      </p:sp>
    </p:spTree>
    <p:extLst>
      <p:ext uri="{BB962C8B-B14F-4D97-AF65-F5344CB8AC3E}">
        <p14:creationId xmlns:p14="http://schemas.microsoft.com/office/powerpoint/2010/main" val="709496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17033-E11F-85AD-1804-095640FBDF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CC8950-C2BC-45F8-2178-08C9CED5B3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ED8CB6-6B29-9F01-25BC-F326626DECE2}"/>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5" name="Footer Placeholder 4">
            <a:extLst>
              <a:ext uri="{FF2B5EF4-FFF2-40B4-BE49-F238E27FC236}">
                <a16:creationId xmlns:a16="http://schemas.microsoft.com/office/drawing/2014/main" id="{6E8C6542-E342-E71A-16CE-7A21CC4D2D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BF904F-D50A-45F1-899A-63A4EC1A2482}"/>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2022617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57B03-015E-42A6-5AAF-665D8020F5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31519-353A-B763-AF46-0BE14FCF62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2946B1-9D04-ACE1-22A4-93AAE19B1AA9}"/>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5" name="Footer Placeholder 4">
            <a:extLst>
              <a:ext uri="{FF2B5EF4-FFF2-40B4-BE49-F238E27FC236}">
                <a16:creationId xmlns:a16="http://schemas.microsoft.com/office/drawing/2014/main" id="{03E35DBA-C2B9-DF89-EA58-0B647FB320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D3D9D7-C695-528F-4E5D-14288F0EE100}"/>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2206076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1C0F-5E68-F404-2404-ECFE51DDF5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612F8E-8920-6F6E-ADE9-272B3B8002C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AB21A2-0284-EBBA-16D5-C635AB171822}"/>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5" name="Footer Placeholder 4">
            <a:extLst>
              <a:ext uri="{FF2B5EF4-FFF2-40B4-BE49-F238E27FC236}">
                <a16:creationId xmlns:a16="http://schemas.microsoft.com/office/drawing/2014/main" id="{44C6CB1D-231B-7318-CF66-BA577EFDD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65004-E4FE-EC01-9604-CB68950CF94C}"/>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4095810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164F1-7140-35FE-F27D-039A331AF2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739918-C995-EFF7-8BC6-47A69A7990A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8AD4D38-33F5-4669-00FC-0DA9C9EE9F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FE2403-1029-FA4C-7485-9BC73D72A5FD}"/>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6" name="Footer Placeholder 5">
            <a:extLst>
              <a:ext uri="{FF2B5EF4-FFF2-40B4-BE49-F238E27FC236}">
                <a16:creationId xmlns:a16="http://schemas.microsoft.com/office/drawing/2014/main" id="{C7C9631C-AD71-9032-3E23-65C9824C34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8C07A-E2E1-F634-2678-2B2C3EBEDD61}"/>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697479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0723F-94EF-F8E2-4550-178306BE41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000453-C661-7A63-6DFE-E0A6665865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0EFD62-BAF5-6AD8-AF4A-2DEF588CE1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18028A7-4EB4-30D9-B366-89998A0573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48D030-F6A5-D99E-995F-4B2DC3150F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806E25-2A50-F704-F052-9ED32B7D85B2}"/>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8" name="Footer Placeholder 7">
            <a:extLst>
              <a:ext uri="{FF2B5EF4-FFF2-40B4-BE49-F238E27FC236}">
                <a16:creationId xmlns:a16="http://schemas.microsoft.com/office/drawing/2014/main" id="{FB0CBC48-E140-E12C-01FC-DE7FCDDD868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6A4C0E-57C3-75A1-032D-34D8D894AF60}"/>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127664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25DF5-1920-40DA-1189-E9D824DE48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AD499BE-2E88-4993-E651-D461A8049A54}"/>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4" name="Footer Placeholder 3">
            <a:extLst>
              <a:ext uri="{FF2B5EF4-FFF2-40B4-BE49-F238E27FC236}">
                <a16:creationId xmlns:a16="http://schemas.microsoft.com/office/drawing/2014/main" id="{CBF7DE41-1C49-EE79-3CE4-54A54EA13F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8626DD-8AD5-A0B2-78D9-22B9689345AF}"/>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2656028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EA6222-5A3F-D9D5-2A41-E3700D819D3C}"/>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3" name="Footer Placeholder 2">
            <a:extLst>
              <a:ext uri="{FF2B5EF4-FFF2-40B4-BE49-F238E27FC236}">
                <a16:creationId xmlns:a16="http://schemas.microsoft.com/office/drawing/2014/main" id="{2D58CDFA-31FB-1C25-F211-CD45DD9846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61949B-8E41-30EC-D99D-65ED96A96A25}"/>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3287190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20BF3-4FA5-4254-D70D-2B5D33ABC4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3AC5C5-DC4A-BC6E-F53B-ED1C982418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2B11AD3-00F8-5EA5-305F-24BC060882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1B344E-C9E3-2D62-FDEA-9283BE896B40}"/>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6" name="Footer Placeholder 5">
            <a:extLst>
              <a:ext uri="{FF2B5EF4-FFF2-40B4-BE49-F238E27FC236}">
                <a16:creationId xmlns:a16="http://schemas.microsoft.com/office/drawing/2014/main" id="{6F309445-338E-AF5B-A4E1-461CE5EC2B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A77F20-6C6F-5850-3662-568D526A0B97}"/>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3563108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130CF-DEE3-ED51-187A-C5C144228F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7B597F-A4AE-EF2B-0BD5-30B8E8FBEB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4F13F8-F99F-1A9E-3A76-3E8CF8D94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C63F5F-9F82-08A7-6FE8-6F35C1D146B9}"/>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6" name="Footer Placeholder 5">
            <a:extLst>
              <a:ext uri="{FF2B5EF4-FFF2-40B4-BE49-F238E27FC236}">
                <a16:creationId xmlns:a16="http://schemas.microsoft.com/office/drawing/2014/main" id="{9A251A52-55CD-9DB4-DC8F-2127FFD53A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951C0A-1F77-466A-B369-C38005EFE33A}"/>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2505726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80E6-1092-3F85-ADE8-B9CCA6B72F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5D54EE-B524-FC64-65AF-B09BB053BD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1B748C-8A43-22BB-9817-5D730A504272}"/>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5" name="Footer Placeholder 4">
            <a:extLst>
              <a:ext uri="{FF2B5EF4-FFF2-40B4-BE49-F238E27FC236}">
                <a16:creationId xmlns:a16="http://schemas.microsoft.com/office/drawing/2014/main" id="{9AE138DB-2554-18F0-0D92-BFF69AFF45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11751D-44C5-6D3A-C594-3F257716D434}"/>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4165603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67EEB7-2339-F8D0-0D23-E2B6F4D259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EBB8CB-C0D3-F875-177E-B14C16DA8D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10293E-0031-307E-9FA0-DF5572E7049C}"/>
              </a:ext>
            </a:extLst>
          </p:cNvPr>
          <p:cNvSpPr>
            <a:spLocks noGrp="1"/>
          </p:cNvSpPr>
          <p:nvPr>
            <p:ph type="dt" sz="half" idx="10"/>
          </p:nvPr>
        </p:nvSpPr>
        <p:spPr/>
        <p:txBody>
          <a:bodyPr/>
          <a:lstStyle/>
          <a:p>
            <a:fld id="{5D7E2BD9-C391-42AE-8163-5D509184F8E1}" type="datetimeFigureOut">
              <a:rPr lang="en-US" smtClean="0"/>
              <a:t>1/13/2025</a:t>
            </a:fld>
            <a:endParaRPr lang="en-US"/>
          </a:p>
        </p:txBody>
      </p:sp>
      <p:sp>
        <p:nvSpPr>
          <p:cNvPr id="5" name="Footer Placeholder 4">
            <a:extLst>
              <a:ext uri="{FF2B5EF4-FFF2-40B4-BE49-F238E27FC236}">
                <a16:creationId xmlns:a16="http://schemas.microsoft.com/office/drawing/2014/main" id="{577FF3FF-0D31-5DE8-A8FB-8E3034D1D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242C3-86CC-36ED-67F6-988F5110B73B}"/>
              </a:ext>
            </a:extLst>
          </p:cNvPr>
          <p:cNvSpPr>
            <a:spLocks noGrp="1"/>
          </p:cNvSpPr>
          <p:nvPr>
            <p:ph type="sldNum" sz="quarter" idx="12"/>
          </p:nvPr>
        </p:nvSpPr>
        <p:spPr/>
        <p:txBody>
          <a:bodyPr/>
          <a:lstStyle/>
          <a:p>
            <a:fld id="{ABC7ED2F-3367-47C5-B76F-563AF6B0B84D}" type="slidenum">
              <a:rPr lang="en-US" smtClean="0"/>
              <a:t>‹#›</a:t>
            </a:fld>
            <a:endParaRPr lang="en-US"/>
          </a:p>
        </p:txBody>
      </p:sp>
    </p:spTree>
    <p:extLst>
      <p:ext uri="{BB962C8B-B14F-4D97-AF65-F5344CB8AC3E}">
        <p14:creationId xmlns:p14="http://schemas.microsoft.com/office/powerpoint/2010/main" val="2181856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1741166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noAutofit/>
          </a:bodyPr>
          <a:lstStyle/>
          <a:p>
            <a:r>
              <a:rPr lang="en-US" dirty="0"/>
              <a:t>Click to edit Master title style</a:t>
            </a:r>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0518"/>
            <a:ext cx="6970824" cy="593840"/>
          </a:xfrm>
        </p:spPr>
        <p:txBody>
          <a:bodyPr anchor="b">
            <a:no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4" y="2222065"/>
            <a:ext cx="6970825" cy="702959"/>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9" name="Text Placeholder 2">
            <a:extLst>
              <a:ext uri="{FF2B5EF4-FFF2-40B4-BE49-F238E27FC236}">
                <a16:creationId xmlns:a16="http://schemas.microsoft.com/office/drawing/2014/main" id="{D7745948-92EA-3E8A-1DBC-45422E918504}"/>
              </a:ext>
            </a:extLst>
          </p:cNvPr>
          <p:cNvSpPr>
            <a:spLocks noGrp="1"/>
          </p:cNvSpPr>
          <p:nvPr>
            <p:ph type="body" idx="13"/>
          </p:nvPr>
        </p:nvSpPr>
        <p:spPr>
          <a:xfrm>
            <a:off x="1580323" y="3143243"/>
            <a:ext cx="6139069" cy="593840"/>
          </a:xfrm>
        </p:spPr>
        <p:txBody>
          <a:bodyPr anchor="b">
            <a:no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a:extLst>
              <a:ext uri="{FF2B5EF4-FFF2-40B4-BE49-F238E27FC236}">
                <a16:creationId xmlns:a16="http://schemas.microsoft.com/office/drawing/2014/main" id="{87155554-9334-F8D5-FA7F-80CF2FB3BC78}"/>
              </a:ext>
            </a:extLst>
          </p:cNvPr>
          <p:cNvSpPr>
            <a:spLocks noGrp="1"/>
          </p:cNvSpPr>
          <p:nvPr>
            <p:ph type="body" sz="half" idx="14"/>
          </p:nvPr>
        </p:nvSpPr>
        <p:spPr>
          <a:xfrm>
            <a:off x="1580323" y="3754790"/>
            <a:ext cx="6139068" cy="702959"/>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1" name="Text Placeholder 2">
            <a:extLst>
              <a:ext uri="{FF2B5EF4-FFF2-40B4-BE49-F238E27FC236}">
                <a16:creationId xmlns:a16="http://schemas.microsoft.com/office/drawing/2014/main" id="{A44C718E-DBD5-B640-39D2-7860AFE27FFB}"/>
              </a:ext>
            </a:extLst>
          </p:cNvPr>
          <p:cNvSpPr>
            <a:spLocks noGrp="1"/>
          </p:cNvSpPr>
          <p:nvPr>
            <p:ph type="body" idx="15"/>
          </p:nvPr>
        </p:nvSpPr>
        <p:spPr>
          <a:xfrm>
            <a:off x="960666" y="4717060"/>
            <a:ext cx="6970823" cy="593840"/>
          </a:xfrm>
        </p:spPr>
        <p:txBody>
          <a:bodyPr anchor="b">
            <a:no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2" name="Text Placeholder 3">
            <a:extLst>
              <a:ext uri="{FF2B5EF4-FFF2-40B4-BE49-F238E27FC236}">
                <a16:creationId xmlns:a16="http://schemas.microsoft.com/office/drawing/2014/main" id="{BB073C5F-2FFF-4B6A-E630-E112FB5B952B}"/>
              </a:ext>
            </a:extLst>
          </p:cNvPr>
          <p:cNvSpPr>
            <a:spLocks noGrp="1"/>
          </p:cNvSpPr>
          <p:nvPr>
            <p:ph type="body" sz="half" idx="16"/>
          </p:nvPr>
        </p:nvSpPr>
        <p:spPr>
          <a:xfrm>
            <a:off x="960666" y="5328607"/>
            <a:ext cx="6970822" cy="702959"/>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16" name="Date Placeholder 15">
            <a:extLst>
              <a:ext uri="{FF2B5EF4-FFF2-40B4-BE49-F238E27FC236}">
                <a16:creationId xmlns:a16="http://schemas.microsoft.com/office/drawing/2014/main" id="{30843267-C01A-455A-D8A3-E8A7C6CFB0F6}"/>
              </a:ext>
            </a:extLst>
          </p:cNvPr>
          <p:cNvSpPr>
            <a:spLocks noGrp="1"/>
          </p:cNvSpPr>
          <p:nvPr>
            <p:ph type="dt" sz="half" idx="18"/>
          </p:nvPr>
        </p:nvSpPr>
        <p:spPr/>
        <p:txBody>
          <a:bodyPr/>
          <a:lstStyle/>
          <a:p>
            <a:fld id="{AA8A0EC6-5648-844A-8827-911B00959032}" type="datetimeFigureOut">
              <a:rPr lang="en-US" smtClean="0"/>
              <a:t>1/13/2025</a:t>
            </a:fld>
            <a:endParaRPr lang="en-US"/>
          </a:p>
        </p:txBody>
      </p:sp>
      <p:sp>
        <p:nvSpPr>
          <p:cNvPr id="17" name="Footer Placeholder 16">
            <a:extLst>
              <a:ext uri="{FF2B5EF4-FFF2-40B4-BE49-F238E27FC236}">
                <a16:creationId xmlns:a16="http://schemas.microsoft.com/office/drawing/2014/main" id="{1DAE6A71-9FA2-20A0-D992-DEBF7FF3301E}"/>
              </a:ext>
            </a:extLst>
          </p:cNvPr>
          <p:cNvSpPr>
            <a:spLocks noGrp="1"/>
          </p:cNvSpPr>
          <p:nvPr>
            <p:ph type="ftr" sz="quarter" idx="19"/>
          </p:nvPr>
        </p:nvSpPr>
        <p:spPr>
          <a:xfrm>
            <a:off x="4038600" y="6356350"/>
            <a:ext cx="4114800" cy="365125"/>
          </a:xfrm>
          <a:prstGeom prst="rect">
            <a:avLst/>
          </a:prstGeom>
        </p:spPr>
        <p:txBody>
          <a:bodyPr/>
          <a:lstStyle/>
          <a:p>
            <a:endParaRPr lang="en-US"/>
          </a:p>
        </p:txBody>
      </p:sp>
      <p:sp>
        <p:nvSpPr>
          <p:cNvPr id="5" name="Text Placeholder 4">
            <a:extLst>
              <a:ext uri="{FF2B5EF4-FFF2-40B4-BE49-F238E27FC236}">
                <a16:creationId xmlns:a16="http://schemas.microsoft.com/office/drawing/2014/main" id="{0985D3E6-EA9D-9DE8-6317-6DF86AEEDB42}"/>
              </a:ext>
            </a:extLst>
          </p:cNvPr>
          <p:cNvSpPr>
            <a:spLocks noGrp="1"/>
          </p:cNvSpPr>
          <p:nvPr>
            <p:ph type="body" sz="quarter" idx="20"/>
          </p:nvPr>
        </p:nvSpPr>
        <p:spPr>
          <a:xfrm>
            <a:off x="8339138" y="6538913"/>
            <a:ext cx="3243262" cy="182562"/>
          </a:xfrm>
        </p:spPr>
        <p:txBody>
          <a:bodyPr>
            <a:noAutofit/>
          </a:bodyPr>
          <a:lstStyle>
            <a:lvl1pPr marL="0" indent="0" algn="r">
              <a:buNone/>
              <a:defRPr sz="1000">
                <a:solidFill>
                  <a:schemeClr val="bg1">
                    <a:lumMod val="65000"/>
                  </a:schemeClr>
                </a:solidFill>
                <a:latin typeface="Calibri" panose="020F0502020204030204" pitchFamily="34" charset="0"/>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30148219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lumns(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noAutofit/>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2185522"/>
            <a:ext cx="3452196"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2797069"/>
            <a:ext cx="3452194" cy="830639"/>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2" name="Text Placeholder 2">
            <a:extLst>
              <a:ext uri="{FF2B5EF4-FFF2-40B4-BE49-F238E27FC236}">
                <a16:creationId xmlns:a16="http://schemas.microsoft.com/office/drawing/2014/main" id="{AC6C789A-7FB2-432A-6019-3F62E5386F29}"/>
              </a:ext>
            </a:extLst>
          </p:cNvPr>
          <p:cNvSpPr>
            <a:spLocks noGrp="1"/>
          </p:cNvSpPr>
          <p:nvPr>
            <p:ph type="body" idx="21"/>
          </p:nvPr>
        </p:nvSpPr>
        <p:spPr>
          <a:xfrm>
            <a:off x="7987745" y="2185522"/>
            <a:ext cx="3452196"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3" name="Text Placeholder 3">
            <a:extLst>
              <a:ext uri="{FF2B5EF4-FFF2-40B4-BE49-F238E27FC236}">
                <a16:creationId xmlns:a16="http://schemas.microsoft.com/office/drawing/2014/main" id="{F672CBAF-4BDE-95E9-99A1-9EDDBDEF84DC}"/>
              </a:ext>
            </a:extLst>
          </p:cNvPr>
          <p:cNvSpPr>
            <a:spLocks noGrp="1"/>
          </p:cNvSpPr>
          <p:nvPr>
            <p:ph type="body" sz="half" idx="22"/>
          </p:nvPr>
        </p:nvSpPr>
        <p:spPr>
          <a:xfrm>
            <a:off x="7987745" y="2797069"/>
            <a:ext cx="3452194" cy="830639"/>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2185521"/>
            <a:ext cx="3452196"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2797068"/>
            <a:ext cx="3452194" cy="830639"/>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5" name="Picture Placeholder 14">
            <a:extLst>
              <a:ext uri="{FF2B5EF4-FFF2-40B4-BE49-F238E27FC236}">
                <a16:creationId xmlns:a16="http://schemas.microsoft.com/office/drawing/2014/main" id="{9EA2C811-2433-C4B8-E818-972740C49603}"/>
              </a:ext>
            </a:extLst>
          </p:cNvPr>
          <p:cNvSpPr>
            <a:spLocks noGrp="1"/>
          </p:cNvSpPr>
          <p:nvPr>
            <p:ph type="pic" sz="quarter" idx="26"/>
          </p:nvPr>
        </p:nvSpPr>
        <p:spPr>
          <a:xfrm>
            <a:off x="609600" y="5692875"/>
            <a:ext cx="10972800" cy="539496"/>
          </a:xfrm>
        </p:spPr>
        <p:txBody>
          <a:bodyPr/>
          <a:lstStyle/>
          <a:p>
            <a:endParaRPr lang="en-US"/>
          </a:p>
        </p:txBody>
      </p:sp>
    </p:spTree>
    <p:extLst>
      <p:ext uri="{BB962C8B-B14F-4D97-AF65-F5344CB8AC3E}">
        <p14:creationId xmlns:p14="http://schemas.microsoft.com/office/powerpoint/2010/main" val="35215433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7212496" cy="1230485"/>
          </a:xfrm>
          <a:prstGeom prst="rect">
            <a:avLst/>
          </a:prstGeom>
        </p:spPr>
        <p:txBody>
          <a:bodyPr>
            <a:noAutofit/>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3" name="Text Placeholder 2">
            <a:extLst>
              <a:ext uri="{FF2B5EF4-FFF2-40B4-BE49-F238E27FC236}">
                <a16:creationId xmlns:a16="http://schemas.microsoft.com/office/drawing/2014/main" id="{0ED2C780-6C1C-A81B-5B9E-735DFD6F43D1}"/>
              </a:ext>
            </a:extLst>
          </p:cNvPr>
          <p:cNvSpPr>
            <a:spLocks noGrp="1"/>
          </p:cNvSpPr>
          <p:nvPr>
            <p:ph type="body" idx="18"/>
          </p:nvPr>
        </p:nvSpPr>
        <p:spPr>
          <a:xfrm>
            <a:off x="4369902" y="2185522"/>
            <a:ext cx="3452196"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7" name="Text Placeholder 3">
            <a:extLst>
              <a:ext uri="{FF2B5EF4-FFF2-40B4-BE49-F238E27FC236}">
                <a16:creationId xmlns:a16="http://schemas.microsoft.com/office/drawing/2014/main" id="{F29AB7CE-949B-41D7-A673-06B30968CD01}"/>
              </a:ext>
            </a:extLst>
          </p:cNvPr>
          <p:cNvSpPr>
            <a:spLocks noGrp="1"/>
          </p:cNvSpPr>
          <p:nvPr>
            <p:ph type="body" sz="half" idx="19"/>
          </p:nvPr>
        </p:nvSpPr>
        <p:spPr>
          <a:xfrm>
            <a:off x="4369902" y="2797069"/>
            <a:ext cx="3452194" cy="830639"/>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7" y="2185521"/>
            <a:ext cx="3452196"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2797068"/>
            <a:ext cx="3452194" cy="830639"/>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6" name="Picture Placeholder 23">
            <a:extLst>
              <a:ext uri="{FF2B5EF4-FFF2-40B4-BE49-F238E27FC236}">
                <a16:creationId xmlns:a16="http://schemas.microsoft.com/office/drawing/2014/main" id="{BA198D21-2409-AA26-2882-9757585EE7C8}"/>
              </a:ext>
            </a:extLst>
          </p:cNvPr>
          <p:cNvSpPr>
            <a:spLocks noGrp="1"/>
          </p:cNvSpPr>
          <p:nvPr>
            <p:ph type="pic" sz="quarter" idx="17"/>
          </p:nvPr>
        </p:nvSpPr>
        <p:spPr>
          <a:xfrm>
            <a:off x="8262416" y="1594022"/>
            <a:ext cx="3650910" cy="3650910"/>
          </a:xfrm>
          <a:prstGeom prst="ellipse">
            <a:avLst/>
          </a:prstGeom>
        </p:spPr>
        <p:txBody>
          <a:bodyPr/>
          <a:lstStyle/>
          <a:p>
            <a:r>
              <a:rPr lang="en-US" dirty="0"/>
              <a:t>Click icon to add picture</a:t>
            </a:r>
          </a:p>
        </p:txBody>
      </p:sp>
    </p:spTree>
    <p:extLst>
      <p:ext uri="{BB962C8B-B14F-4D97-AF65-F5344CB8AC3E}">
        <p14:creationId xmlns:p14="http://schemas.microsoft.com/office/powerpoint/2010/main" val="40956649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7212496" cy="1230485"/>
          </a:xfrm>
          <a:prstGeom prst="rect">
            <a:avLst/>
          </a:prstGeom>
        </p:spPr>
        <p:txBody>
          <a:bodyPr>
            <a:noAutofit/>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7" name="Text Placeholder 2">
            <a:extLst>
              <a:ext uri="{FF2B5EF4-FFF2-40B4-BE49-F238E27FC236}">
                <a16:creationId xmlns:a16="http://schemas.microsoft.com/office/drawing/2014/main" id="{1F48CE7A-5E89-3480-B862-44BFAC429981}"/>
              </a:ext>
            </a:extLst>
          </p:cNvPr>
          <p:cNvSpPr>
            <a:spLocks noGrp="1"/>
          </p:cNvSpPr>
          <p:nvPr>
            <p:ph type="body" idx="24"/>
          </p:nvPr>
        </p:nvSpPr>
        <p:spPr>
          <a:xfrm>
            <a:off x="761996" y="2185521"/>
            <a:ext cx="5334003"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a:t>
            </a:r>
          </a:p>
        </p:txBody>
      </p:sp>
      <p:sp>
        <p:nvSpPr>
          <p:cNvPr id="18" name="Text Placeholder 3">
            <a:extLst>
              <a:ext uri="{FF2B5EF4-FFF2-40B4-BE49-F238E27FC236}">
                <a16:creationId xmlns:a16="http://schemas.microsoft.com/office/drawing/2014/main" id="{78CF0CF5-EF6E-47A1-80D2-088122A0E64F}"/>
              </a:ext>
            </a:extLst>
          </p:cNvPr>
          <p:cNvSpPr>
            <a:spLocks noGrp="1"/>
          </p:cNvSpPr>
          <p:nvPr>
            <p:ph type="body" sz="half" idx="25"/>
          </p:nvPr>
        </p:nvSpPr>
        <p:spPr>
          <a:xfrm>
            <a:off x="761997" y="2797068"/>
            <a:ext cx="5334002" cy="2044898"/>
          </a:xfrm>
        </p:spPr>
        <p:txBody>
          <a:bodyPr>
            <a:noAutofit/>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a:t>
            </a:r>
          </a:p>
        </p:txBody>
      </p:sp>
      <p:sp>
        <p:nvSpPr>
          <p:cNvPr id="6" name="Picture Placeholder 23">
            <a:extLst>
              <a:ext uri="{FF2B5EF4-FFF2-40B4-BE49-F238E27FC236}">
                <a16:creationId xmlns:a16="http://schemas.microsoft.com/office/drawing/2014/main" id="{BA198D21-2409-AA26-2882-9757585EE7C8}"/>
              </a:ext>
            </a:extLst>
          </p:cNvPr>
          <p:cNvSpPr>
            <a:spLocks noGrp="1"/>
          </p:cNvSpPr>
          <p:nvPr>
            <p:ph type="pic" sz="quarter" idx="17"/>
          </p:nvPr>
        </p:nvSpPr>
        <p:spPr>
          <a:xfrm>
            <a:off x="7822096" y="1594022"/>
            <a:ext cx="3650910" cy="3650910"/>
          </a:xfrm>
          <a:prstGeom prst="ellipse">
            <a:avLst/>
          </a:prstGeom>
        </p:spPr>
        <p:txBody>
          <a:bodyPr/>
          <a:lstStyle/>
          <a:p>
            <a:r>
              <a:rPr lang="en-US" dirty="0"/>
              <a:t>Click icon to add picture</a:t>
            </a:r>
          </a:p>
        </p:txBody>
      </p:sp>
    </p:spTree>
    <p:extLst>
      <p:ext uri="{BB962C8B-B14F-4D97-AF65-F5344CB8AC3E}">
        <p14:creationId xmlns:p14="http://schemas.microsoft.com/office/powerpoint/2010/main" val="23242349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lumns(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noAutofit/>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611728"/>
            <a:ext cx="6922301" cy="562749"/>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178669"/>
            <a:ext cx="6922300" cy="837012"/>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24" name="Picture Placeholder 23">
            <a:extLst>
              <a:ext uri="{FF2B5EF4-FFF2-40B4-BE49-F238E27FC236}">
                <a16:creationId xmlns:a16="http://schemas.microsoft.com/office/drawing/2014/main" id="{D9276F28-A527-C906-EE7C-5440E0C56B86}"/>
              </a:ext>
            </a:extLst>
          </p:cNvPr>
          <p:cNvSpPr>
            <a:spLocks noGrp="1"/>
          </p:cNvSpPr>
          <p:nvPr>
            <p:ph type="pic" sz="quarter" idx="17"/>
          </p:nvPr>
        </p:nvSpPr>
        <p:spPr>
          <a:xfrm>
            <a:off x="7931490" y="2031153"/>
            <a:ext cx="3650910" cy="3650910"/>
          </a:xfrm>
          <a:prstGeom prst="ellipse">
            <a:avLst/>
          </a:prstGeom>
        </p:spPr>
        <p:txBody>
          <a:bodyPr/>
          <a:lstStyle/>
          <a:p>
            <a:r>
              <a:rPr lang="en-US" dirty="0"/>
              <a:t>Click icon to add picture</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1146198" y="3092460"/>
            <a:ext cx="6736768" cy="622646"/>
          </a:xfrm>
        </p:spPr>
        <p:txBody>
          <a:bodyPr anchor="b">
            <a:noAutofit/>
          </a:bodyPr>
          <a:lstStyle>
            <a:lvl1pPr marL="0" indent="0">
              <a:buNone/>
              <a:defRPr sz="2000" b="1">
                <a:latin typeface="Calibri" panose="020F0502020204030204" pitchFamily="34" charset="0"/>
                <a:cs typeface="Calibri" panose="020F0502020204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1146197" y="3689968"/>
            <a:ext cx="6736767" cy="926101"/>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1378113" y="4763061"/>
            <a:ext cx="6504852" cy="581992"/>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1378112" y="5380382"/>
            <a:ext cx="6504851" cy="865633"/>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6" name="Text Placeholder 4">
            <a:extLst>
              <a:ext uri="{FF2B5EF4-FFF2-40B4-BE49-F238E27FC236}">
                <a16:creationId xmlns:a16="http://schemas.microsoft.com/office/drawing/2014/main" id="{231F54DF-E984-A005-B56B-B62147C13B6C}"/>
              </a:ext>
            </a:extLst>
          </p:cNvPr>
          <p:cNvSpPr>
            <a:spLocks noGrp="1"/>
          </p:cNvSpPr>
          <p:nvPr>
            <p:ph type="body" sz="quarter" idx="22"/>
          </p:nvPr>
        </p:nvSpPr>
        <p:spPr>
          <a:xfrm>
            <a:off x="8339138" y="6538913"/>
            <a:ext cx="3243262" cy="182562"/>
          </a:xfrm>
        </p:spPr>
        <p:txBody>
          <a:bodyPr>
            <a:noAutofit/>
          </a:bodyPr>
          <a:lstStyle>
            <a:lvl1pPr marL="0" indent="0" algn="r">
              <a:buNone/>
              <a:defRPr sz="1000">
                <a:solidFill>
                  <a:schemeClr val="bg1">
                    <a:lumMod val="65000"/>
                  </a:schemeClr>
                </a:solidFill>
                <a:latin typeface="Calibri" panose="020F0502020204030204" pitchFamily="34" charset="0"/>
                <a:cs typeface="Calibri" panose="020F050202020403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507160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Columns(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10972800" cy="1230485"/>
          </a:xfrm>
          <a:prstGeom prst="rect">
            <a:avLst/>
          </a:prstGeom>
        </p:spPr>
        <p:txBody>
          <a:bodyPr>
            <a:noAutofit/>
          </a:bodyPr>
          <a:lstStyle/>
          <a:p>
            <a:r>
              <a:rPr lang="en-US" dirty="0"/>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2439" y="1925949"/>
            <a:ext cx="5157787"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2439" y="2537496"/>
            <a:ext cx="5157786" cy="8832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6426387" y="1925949"/>
            <a:ext cx="5157787"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6426387" y="2537496"/>
            <a:ext cx="5157786" cy="8832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5157787"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5157786" cy="8832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61C98F61-9164-7CDA-F0A4-B90327F23F7A}"/>
              </a:ext>
            </a:extLst>
          </p:cNvPr>
          <p:cNvSpPr>
            <a:spLocks noGrp="1"/>
          </p:cNvSpPr>
          <p:nvPr>
            <p:ph type="pic" sz="quarter" idx="22"/>
          </p:nvPr>
        </p:nvSpPr>
        <p:spPr>
          <a:xfrm>
            <a:off x="6426200" y="3752850"/>
            <a:ext cx="5156200" cy="2457450"/>
          </a:xfrm>
        </p:spPr>
        <p:txBody>
          <a:bodyPr/>
          <a:lstStyle/>
          <a:p>
            <a:endParaRPr lang="en-US"/>
          </a:p>
        </p:txBody>
      </p:sp>
    </p:spTree>
    <p:extLst>
      <p:ext uri="{BB962C8B-B14F-4D97-AF65-F5344CB8AC3E}">
        <p14:creationId xmlns:p14="http://schemas.microsoft.com/office/powerpoint/2010/main" val="1590724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BA23-25B7-954B-D646-B91AE0381109}"/>
              </a:ext>
            </a:extLst>
          </p:cNvPr>
          <p:cNvSpPr>
            <a:spLocks noGrp="1"/>
          </p:cNvSpPr>
          <p:nvPr>
            <p:ph type="title"/>
          </p:nvPr>
        </p:nvSpPr>
        <p:spPr>
          <a:xfrm>
            <a:off x="609600" y="363537"/>
            <a:ext cx="7362553" cy="1230485"/>
          </a:xfrm>
          <a:prstGeom prst="rect">
            <a:avLst/>
          </a:prstGeom>
        </p:spPr>
        <p:txBody>
          <a:bodyPr>
            <a:noAutofit/>
          </a:bodyPr>
          <a:lstStyle/>
          <a:p>
            <a:r>
              <a:rPr lang="en-US"/>
              <a:t>Click to edit Master title style</a:t>
            </a:r>
          </a:p>
        </p:txBody>
      </p:sp>
      <p:sp>
        <p:nvSpPr>
          <p:cNvPr id="4" name="Date Placeholder 3">
            <a:extLst>
              <a:ext uri="{FF2B5EF4-FFF2-40B4-BE49-F238E27FC236}">
                <a16:creationId xmlns:a16="http://schemas.microsoft.com/office/drawing/2014/main" id="{1D8791D4-7662-2DFB-077F-25FC6921C81C}"/>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10B87723-B8F5-CDD2-6B9D-229B99F039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14" name="Text Placeholder 2">
            <a:extLst>
              <a:ext uri="{FF2B5EF4-FFF2-40B4-BE49-F238E27FC236}">
                <a16:creationId xmlns:a16="http://schemas.microsoft.com/office/drawing/2014/main" id="{121325FB-E0FE-AAA4-853C-618899B58156}"/>
              </a:ext>
            </a:extLst>
          </p:cNvPr>
          <p:cNvSpPr>
            <a:spLocks noGrp="1"/>
          </p:cNvSpPr>
          <p:nvPr>
            <p:ph type="body" idx="1"/>
          </p:nvPr>
        </p:nvSpPr>
        <p:spPr>
          <a:xfrm>
            <a:off x="960665" y="1925949"/>
            <a:ext cx="3259182"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5" name="Text Placeholder 3">
            <a:extLst>
              <a:ext uri="{FF2B5EF4-FFF2-40B4-BE49-F238E27FC236}">
                <a16:creationId xmlns:a16="http://schemas.microsoft.com/office/drawing/2014/main" id="{D2B210CD-96D1-D9FB-6DF0-62266CCB6FFD}"/>
              </a:ext>
            </a:extLst>
          </p:cNvPr>
          <p:cNvSpPr>
            <a:spLocks noGrp="1"/>
          </p:cNvSpPr>
          <p:nvPr>
            <p:ph type="body" sz="half" idx="2"/>
          </p:nvPr>
        </p:nvSpPr>
        <p:spPr>
          <a:xfrm>
            <a:off x="960665" y="2537496"/>
            <a:ext cx="3259180" cy="1215184"/>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Text Placeholder 2">
            <a:extLst>
              <a:ext uri="{FF2B5EF4-FFF2-40B4-BE49-F238E27FC236}">
                <a16:creationId xmlns:a16="http://schemas.microsoft.com/office/drawing/2014/main" id="{0B92E382-FE6E-A17E-2B3A-9F3E4C7A7D21}"/>
              </a:ext>
            </a:extLst>
          </p:cNvPr>
          <p:cNvSpPr>
            <a:spLocks noGrp="1"/>
          </p:cNvSpPr>
          <p:nvPr>
            <p:ph type="body" idx="18"/>
          </p:nvPr>
        </p:nvSpPr>
        <p:spPr>
          <a:xfrm>
            <a:off x="4712973" y="1925949"/>
            <a:ext cx="3259182"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7" name="Text Placeholder 3">
            <a:extLst>
              <a:ext uri="{FF2B5EF4-FFF2-40B4-BE49-F238E27FC236}">
                <a16:creationId xmlns:a16="http://schemas.microsoft.com/office/drawing/2014/main" id="{618A7E81-D817-3ABE-B656-52FF60EF0205}"/>
              </a:ext>
            </a:extLst>
          </p:cNvPr>
          <p:cNvSpPr>
            <a:spLocks noGrp="1"/>
          </p:cNvSpPr>
          <p:nvPr>
            <p:ph type="body" sz="half" idx="19"/>
          </p:nvPr>
        </p:nvSpPr>
        <p:spPr>
          <a:xfrm>
            <a:off x="4712973" y="2537495"/>
            <a:ext cx="3259180" cy="1197477"/>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8" name="Text Placeholder 2">
            <a:extLst>
              <a:ext uri="{FF2B5EF4-FFF2-40B4-BE49-F238E27FC236}">
                <a16:creationId xmlns:a16="http://schemas.microsoft.com/office/drawing/2014/main" id="{E8347DD8-16D7-B434-07E6-BD26F45B6DEE}"/>
              </a:ext>
            </a:extLst>
          </p:cNvPr>
          <p:cNvSpPr>
            <a:spLocks noGrp="1"/>
          </p:cNvSpPr>
          <p:nvPr>
            <p:ph type="body" idx="20"/>
          </p:nvPr>
        </p:nvSpPr>
        <p:spPr>
          <a:xfrm>
            <a:off x="960665" y="3752680"/>
            <a:ext cx="7011488" cy="593840"/>
          </a:xfrm>
        </p:spPr>
        <p:txBody>
          <a:bodyPr anchor="b">
            <a:noAutofit/>
          </a:bodyPr>
          <a:lstStyle>
            <a:lvl1pPr marL="0" indent="0">
              <a:buNone/>
              <a:defRPr sz="2000" b="1">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Text Placeholder 3">
            <a:extLst>
              <a:ext uri="{FF2B5EF4-FFF2-40B4-BE49-F238E27FC236}">
                <a16:creationId xmlns:a16="http://schemas.microsoft.com/office/drawing/2014/main" id="{C7114E8C-EF4A-11ED-19FB-2D8B5FEC3A69}"/>
              </a:ext>
            </a:extLst>
          </p:cNvPr>
          <p:cNvSpPr>
            <a:spLocks noGrp="1"/>
          </p:cNvSpPr>
          <p:nvPr>
            <p:ph type="body" sz="half" idx="21"/>
          </p:nvPr>
        </p:nvSpPr>
        <p:spPr>
          <a:xfrm>
            <a:off x="960665" y="4364227"/>
            <a:ext cx="7011488" cy="883256"/>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12" name="Picture Placeholder 11">
            <a:extLst>
              <a:ext uri="{FF2B5EF4-FFF2-40B4-BE49-F238E27FC236}">
                <a16:creationId xmlns:a16="http://schemas.microsoft.com/office/drawing/2014/main" id="{BBB6EDE2-F53E-7B97-FF80-7764EECA4CCF}"/>
              </a:ext>
            </a:extLst>
          </p:cNvPr>
          <p:cNvSpPr>
            <a:spLocks noGrp="1"/>
          </p:cNvSpPr>
          <p:nvPr>
            <p:ph type="pic" sz="quarter" idx="22"/>
          </p:nvPr>
        </p:nvSpPr>
        <p:spPr>
          <a:xfrm>
            <a:off x="8485188" y="0"/>
            <a:ext cx="3706812" cy="6858000"/>
          </a:xfrm>
        </p:spPr>
        <p:txBody>
          <a:bodyPr/>
          <a:lstStyle/>
          <a:p>
            <a:endParaRPr lang="en-US"/>
          </a:p>
        </p:txBody>
      </p:sp>
    </p:spTree>
    <p:extLst>
      <p:ext uri="{BB962C8B-B14F-4D97-AF65-F5344CB8AC3E}">
        <p14:creationId xmlns:p14="http://schemas.microsoft.com/office/powerpoint/2010/main" val="7266216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681E5-DE3E-1E52-3179-344AB5B2A570}"/>
              </a:ext>
            </a:extLst>
          </p:cNvPr>
          <p:cNvSpPr>
            <a:spLocks noGrp="1"/>
          </p:cNvSpPr>
          <p:nvPr>
            <p:ph type="title"/>
          </p:nvPr>
        </p:nvSpPr>
        <p:spPr>
          <a:xfrm>
            <a:off x="609600" y="363537"/>
            <a:ext cx="10972800" cy="1230485"/>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89A41B8-CF99-8A7C-E16D-CFEF1E099C4C}"/>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4" name="Footer Placeholder 3">
            <a:extLst>
              <a:ext uri="{FF2B5EF4-FFF2-40B4-BE49-F238E27FC236}">
                <a16:creationId xmlns:a16="http://schemas.microsoft.com/office/drawing/2014/main" id="{F9989524-6BA7-0F2E-1749-175C692869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21865740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E6759F-66EA-8EE3-A2F4-F15BA2F9B5C8}"/>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3" name="Footer Placeholder 2">
            <a:extLst>
              <a:ext uri="{FF2B5EF4-FFF2-40B4-BE49-F238E27FC236}">
                <a16:creationId xmlns:a16="http://schemas.microsoft.com/office/drawing/2014/main" id="{46548357-3F2C-483C-C0FC-FD9FB673CEB7}"/>
              </a:ext>
            </a:extLst>
          </p:cNvPr>
          <p:cNvSpPr>
            <a:spLocks noGrp="1"/>
          </p:cNvSpPr>
          <p:nvPr>
            <p:ph type="ftr" sz="quarter" idx="11"/>
          </p:nvPr>
        </p:nvSpPr>
        <p:spPr>
          <a:xfrm>
            <a:off x="4038600" y="6356350"/>
            <a:ext cx="4114800" cy="365125"/>
          </a:xfrm>
          <a:prstGeom prst="rect">
            <a:avLst/>
          </a:prstGeom>
        </p:spPr>
        <p:txBody>
          <a:bodyPr/>
          <a:lstStyle/>
          <a:p>
            <a:endParaRPr lang="en-US"/>
          </a:p>
        </p:txBody>
      </p:sp>
    </p:spTree>
    <p:extLst>
      <p:ext uri="{BB962C8B-B14F-4D97-AF65-F5344CB8AC3E}">
        <p14:creationId xmlns:p14="http://schemas.microsoft.com/office/powerpoint/2010/main" val="3058030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A4A77-C0EC-E90C-087A-E71757299BE7}"/>
              </a:ext>
            </a:extLst>
          </p:cNvPr>
          <p:cNvSpPr>
            <a:spLocks noGrp="1"/>
          </p:cNvSpPr>
          <p:nvPr>
            <p:ph type="ctrTitle"/>
          </p:nvPr>
        </p:nvSpPr>
        <p:spPr>
          <a:xfrm>
            <a:off x="609600" y="3926541"/>
            <a:ext cx="10972800" cy="1663044"/>
          </a:xfrm>
          <a:prstGeom prst="rect">
            <a:avLst/>
          </a:prstGeom>
        </p:spPr>
        <p:txBody>
          <a:bodyPr anchor="b"/>
          <a:lstStyle>
            <a:lvl1pPr algn="l">
              <a:defRPr sz="6000"/>
            </a:lvl1pPr>
          </a:lstStyle>
          <a:p>
            <a:r>
              <a:rPr lang="en-US" dirty="0"/>
              <a:t>Click to edit Master title style</a:t>
            </a:r>
          </a:p>
        </p:txBody>
      </p:sp>
      <p:sp>
        <p:nvSpPr>
          <p:cNvPr id="3" name="Subtitle 2">
            <a:extLst>
              <a:ext uri="{FF2B5EF4-FFF2-40B4-BE49-F238E27FC236}">
                <a16:creationId xmlns:a16="http://schemas.microsoft.com/office/drawing/2014/main" id="{C65AB453-76B0-1DBA-9EE3-645CA98047EC}"/>
              </a:ext>
            </a:extLst>
          </p:cNvPr>
          <p:cNvSpPr>
            <a:spLocks noGrp="1"/>
          </p:cNvSpPr>
          <p:nvPr>
            <p:ph type="subTitle" idx="1"/>
          </p:nvPr>
        </p:nvSpPr>
        <p:spPr>
          <a:xfrm>
            <a:off x="609600" y="5735636"/>
            <a:ext cx="10972800" cy="474663"/>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ru-RU" dirty="0"/>
          </a:p>
        </p:txBody>
      </p:sp>
      <p:sp>
        <p:nvSpPr>
          <p:cNvPr id="4" name="Date Placeholder 3">
            <a:extLst>
              <a:ext uri="{FF2B5EF4-FFF2-40B4-BE49-F238E27FC236}">
                <a16:creationId xmlns:a16="http://schemas.microsoft.com/office/drawing/2014/main" id="{F6729D4B-20DA-C5A9-370C-5C556DC7C209}"/>
              </a:ext>
            </a:extLst>
          </p:cNvPr>
          <p:cNvSpPr>
            <a:spLocks noGrp="1"/>
          </p:cNvSpPr>
          <p:nvPr>
            <p:ph type="dt" sz="half" idx="10"/>
          </p:nvPr>
        </p:nvSpPr>
        <p:spPr/>
        <p:txBody>
          <a:bodyPr/>
          <a:lstStyle/>
          <a:p>
            <a:fld id="{AA8A0EC6-5648-844A-8827-911B00959032}" type="datetimeFigureOut">
              <a:rPr lang="en-US" smtClean="0"/>
              <a:t>1/13/2025</a:t>
            </a:fld>
            <a:endParaRPr lang="en-US"/>
          </a:p>
        </p:txBody>
      </p:sp>
      <p:sp>
        <p:nvSpPr>
          <p:cNvPr id="5" name="Footer Placeholder 4">
            <a:extLst>
              <a:ext uri="{FF2B5EF4-FFF2-40B4-BE49-F238E27FC236}">
                <a16:creationId xmlns:a16="http://schemas.microsoft.com/office/drawing/2014/main" id="{ACC23F1A-779F-4295-3160-E943DBC045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Picture Placeholder 8">
            <a:extLst>
              <a:ext uri="{FF2B5EF4-FFF2-40B4-BE49-F238E27FC236}">
                <a16:creationId xmlns:a16="http://schemas.microsoft.com/office/drawing/2014/main" id="{0849934F-55C5-A548-E041-1CB8C42DF0E6}"/>
              </a:ext>
            </a:extLst>
          </p:cNvPr>
          <p:cNvSpPr>
            <a:spLocks noGrp="1"/>
          </p:cNvSpPr>
          <p:nvPr>
            <p:ph type="pic" sz="quarter" idx="13"/>
          </p:nvPr>
        </p:nvSpPr>
        <p:spPr>
          <a:xfrm>
            <a:off x="0" y="0"/>
            <a:ext cx="12192000" cy="3926541"/>
          </a:xfrm>
        </p:spPr>
        <p:txBody>
          <a:bodyPr/>
          <a:lstStyle/>
          <a:p>
            <a:r>
              <a:rPr lang="en-US" dirty="0"/>
              <a:t>Click icon to add picture</a:t>
            </a:r>
          </a:p>
        </p:txBody>
      </p:sp>
    </p:spTree>
    <p:extLst>
      <p:ext uri="{BB962C8B-B14F-4D97-AF65-F5344CB8AC3E}">
        <p14:creationId xmlns:p14="http://schemas.microsoft.com/office/powerpoint/2010/main" val="35030922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563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4F7949-7A27-8374-146A-CC95DD2836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E7C920-5A1F-025B-D9D4-A5A51A0EE6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5031B3-A976-6667-6BE5-47466B9909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7E2BD9-C391-42AE-8163-5D509184F8E1}" type="datetimeFigureOut">
              <a:rPr lang="en-US" smtClean="0"/>
              <a:t>1/13/2025</a:t>
            </a:fld>
            <a:endParaRPr lang="en-US"/>
          </a:p>
        </p:txBody>
      </p:sp>
      <p:sp>
        <p:nvSpPr>
          <p:cNvPr id="5" name="Footer Placeholder 4">
            <a:extLst>
              <a:ext uri="{FF2B5EF4-FFF2-40B4-BE49-F238E27FC236}">
                <a16:creationId xmlns:a16="http://schemas.microsoft.com/office/drawing/2014/main" id="{ECE5E74F-F751-5D87-D2B9-2E5E969CE2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7E98FAB-891F-DFD2-E32D-68A09486A0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C7ED2F-3367-47C5-B76F-563AF6B0B84D}" type="slidenum">
              <a:rPr lang="en-US" smtClean="0"/>
              <a:t>‹#›</a:t>
            </a:fld>
            <a:endParaRPr lang="en-US"/>
          </a:p>
        </p:txBody>
      </p:sp>
    </p:spTree>
    <p:extLst>
      <p:ext uri="{BB962C8B-B14F-4D97-AF65-F5344CB8AC3E}">
        <p14:creationId xmlns:p14="http://schemas.microsoft.com/office/powerpoint/2010/main" val="3280581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357E25-C674-3745-6594-912F15B9826E}"/>
              </a:ext>
            </a:extLst>
          </p:cNvPr>
          <p:cNvSpPr>
            <a:spLocks noGrp="1"/>
          </p:cNvSpPr>
          <p:nvPr>
            <p:ph type="body" idx="1"/>
          </p:nvPr>
        </p:nvSpPr>
        <p:spPr>
          <a:xfrm>
            <a:off x="952500" y="1847056"/>
            <a:ext cx="106299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FF64DF9-DAEC-F283-848F-16438F855A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8A0EC6-5648-844A-8827-911B00959032}" type="datetimeFigureOut">
              <a:rPr lang="en-US" smtClean="0"/>
              <a:t>1/13/2025</a:t>
            </a:fld>
            <a:endParaRPr lang="en-US"/>
          </a:p>
        </p:txBody>
      </p:sp>
      <p:sp>
        <p:nvSpPr>
          <p:cNvPr id="10" name="Title Placeholder 9">
            <a:extLst>
              <a:ext uri="{FF2B5EF4-FFF2-40B4-BE49-F238E27FC236}">
                <a16:creationId xmlns:a16="http://schemas.microsoft.com/office/drawing/2014/main" id="{2390A06B-2D1F-A145-446B-BF268052479A}"/>
              </a:ext>
            </a:extLst>
          </p:cNvPr>
          <p:cNvSpPr>
            <a:spLocks noGrp="1"/>
          </p:cNvSpPr>
          <p:nvPr>
            <p:ph type="title"/>
          </p:nvPr>
        </p:nvSpPr>
        <p:spPr>
          <a:xfrm>
            <a:off x="952500" y="363537"/>
            <a:ext cx="10629900" cy="1236663"/>
          </a:xfrm>
          <a:prstGeom prst="rect">
            <a:avLst/>
          </a:prstGeom>
        </p:spPr>
        <p:txBody>
          <a:bodyPr vert="horz" lIns="91440" tIns="45720" rIns="91440" bIns="45720" rtlCol="0" anchor="ctr">
            <a:normAutofit/>
          </a:bodyPr>
          <a:lstStyle/>
          <a:p>
            <a:r>
              <a:rPr lang="en-US" dirty="0"/>
              <a:t>Click to edit Master title style</a:t>
            </a:r>
          </a:p>
        </p:txBody>
      </p:sp>
      <p:sp>
        <p:nvSpPr>
          <p:cNvPr id="13" name="Footer Placeholder 12">
            <a:extLst>
              <a:ext uri="{FF2B5EF4-FFF2-40B4-BE49-F238E27FC236}">
                <a16:creationId xmlns:a16="http://schemas.microsoft.com/office/drawing/2014/main" id="{2D227A9A-BF27-C878-C29C-004A9358CE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Tree>
    <p:extLst>
      <p:ext uri="{BB962C8B-B14F-4D97-AF65-F5344CB8AC3E}">
        <p14:creationId xmlns:p14="http://schemas.microsoft.com/office/powerpoint/2010/main" val="110713954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5" r:id="rId3"/>
    <p:sldLayoutId id="2147483671" r:id="rId4"/>
    <p:sldLayoutId id="2147483672" r:id="rId5"/>
    <p:sldLayoutId id="2147483666" r:id="rId6"/>
    <p:sldLayoutId id="2147483667" r:id="rId7"/>
    <p:sldLayoutId id="2147483668" r:id="rId8"/>
    <p:sldLayoutId id="2147483669" r:id="rId9"/>
    <p:sldLayoutId id="2147483670" r:id="rId10"/>
    <p:sldLayoutId id="2147483660" r:id="rId11"/>
    <p:sldLayoutId id="2147483673" r:id="rId12"/>
  </p:sldLayoutIdLst>
  <p:txStyles>
    <p:titleStyle>
      <a:lvl1pPr algn="l" defTabSz="914400" rtl="0" eaLnBrk="1" latinLnBrk="0" hangingPunct="1">
        <a:lnSpc>
          <a:spcPct val="90000"/>
        </a:lnSpc>
        <a:spcBef>
          <a:spcPct val="0"/>
        </a:spcBef>
        <a:buNone/>
        <a:defRPr sz="4400" kern="1200">
          <a:solidFill>
            <a:schemeClr val="tx1">
              <a:lumMod val="75000"/>
              <a:lumOff val="25000"/>
            </a:schemeClr>
          </a:solidFill>
          <a:latin typeface="+mn-lt"/>
          <a:ea typeface="+mj-ea"/>
          <a:cs typeface="MV Boli" panose="0200050003020009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
          <p15:clr>
            <a:srgbClr val="F26B43"/>
          </p15:clr>
        </p15:guide>
        <p15:guide id="2" pos="384">
          <p15:clr>
            <a:srgbClr val="F26B43"/>
          </p15:clr>
        </p15:guide>
        <p15:guide id="3" pos="600">
          <p15:clr>
            <a:srgbClr val="F26B43"/>
          </p15:clr>
        </p15:guide>
        <p15:guide id="4" pos="7296">
          <p15:clr>
            <a:srgbClr val="F26B43"/>
          </p15:clr>
        </p15:guide>
        <p15:guide id="5" orient="horz" pos="3912">
          <p15:clr>
            <a:srgbClr val="F26B43"/>
          </p15:clr>
        </p15:guide>
        <p15:guide id="6" orient="horz" pos="1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A6AA-D81C-6E01-58E6-D7ED9233D9A6}"/>
              </a:ext>
            </a:extLst>
          </p:cNvPr>
          <p:cNvSpPr>
            <a:spLocks noGrp="1"/>
          </p:cNvSpPr>
          <p:nvPr>
            <p:ph type="ctrTitle"/>
          </p:nvPr>
        </p:nvSpPr>
        <p:spPr/>
        <p:txBody>
          <a:bodyPr/>
          <a:lstStyle/>
          <a:p>
            <a:r>
              <a:rPr lang="en-US" dirty="0"/>
              <a:t>Employee </a:t>
            </a:r>
            <a:r>
              <a:rPr lang="en-US" altLang="zh-CN" dirty="0"/>
              <a:t>Turnover </a:t>
            </a:r>
            <a:r>
              <a:rPr lang="en-US" dirty="0"/>
              <a:t>Analysis</a:t>
            </a:r>
          </a:p>
        </p:txBody>
      </p:sp>
      <p:sp>
        <p:nvSpPr>
          <p:cNvPr id="3" name="Subtitle 2">
            <a:extLst>
              <a:ext uri="{FF2B5EF4-FFF2-40B4-BE49-F238E27FC236}">
                <a16:creationId xmlns:a16="http://schemas.microsoft.com/office/drawing/2014/main" id="{E81B5D12-45B6-A823-90B1-7B0C230D9815}"/>
              </a:ext>
            </a:extLst>
          </p:cNvPr>
          <p:cNvSpPr>
            <a:spLocks noGrp="1"/>
          </p:cNvSpPr>
          <p:nvPr>
            <p:ph type="subTitle" idx="1"/>
          </p:nvPr>
        </p:nvSpPr>
        <p:spPr/>
        <p:txBody>
          <a:bodyPr/>
          <a:lstStyle/>
          <a:p>
            <a:r>
              <a:rPr lang="en-US" dirty="0"/>
              <a:t>By Yuan Chen</a:t>
            </a:r>
          </a:p>
        </p:txBody>
      </p:sp>
      <p:pic>
        <p:nvPicPr>
          <p:cNvPr id="5" name="Picture Placeholder 4">
            <a:extLst>
              <a:ext uri="{FF2B5EF4-FFF2-40B4-BE49-F238E27FC236}">
                <a16:creationId xmlns:a16="http://schemas.microsoft.com/office/drawing/2014/main" id="{71C7D783-E9A6-60FC-CCDC-9715613E8E45}"/>
              </a:ext>
            </a:extLst>
          </p:cNvPr>
          <p:cNvPicPr>
            <a:picLocks noGrp="1" noChangeAspect="1"/>
          </p:cNvPicPr>
          <p:nvPr>
            <p:ph type="pic" sz="quarter" idx="13"/>
          </p:nvPr>
        </p:nvPicPr>
        <p:blipFill>
          <a:blip r:embed="rId2"/>
          <a:srcRect l="20" r="20"/>
          <a:stretch>
            <a:fillRect/>
          </a:stretch>
        </p:blipFill>
        <p:spPr/>
      </p:pic>
    </p:spTree>
    <p:extLst>
      <p:ext uri="{BB962C8B-B14F-4D97-AF65-F5344CB8AC3E}">
        <p14:creationId xmlns:p14="http://schemas.microsoft.com/office/powerpoint/2010/main" val="921526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F709-357D-0945-38CB-14DCBED3A6D3}"/>
              </a:ext>
            </a:extLst>
          </p:cNvPr>
          <p:cNvSpPr>
            <a:spLocks noGrp="1"/>
          </p:cNvSpPr>
          <p:nvPr>
            <p:ph type="title"/>
          </p:nvPr>
        </p:nvSpPr>
        <p:spPr/>
        <p:txBody>
          <a:bodyPr/>
          <a:lstStyle/>
          <a:p>
            <a:r>
              <a:rPr lang="en-US"/>
              <a:t>Objective Overview</a:t>
            </a:r>
          </a:p>
        </p:txBody>
      </p:sp>
      <p:sp>
        <p:nvSpPr>
          <p:cNvPr id="3" name="Text Placeholder 2">
            <a:extLst>
              <a:ext uri="{FF2B5EF4-FFF2-40B4-BE49-F238E27FC236}">
                <a16:creationId xmlns:a16="http://schemas.microsoft.com/office/drawing/2014/main" id="{F15A09B2-F34C-9BDC-0CD4-38856064083F}"/>
              </a:ext>
            </a:extLst>
          </p:cNvPr>
          <p:cNvSpPr>
            <a:spLocks noGrp="1"/>
          </p:cNvSpPr>
          <p:nvPr>
            <p:ph type="body" idx="1"/>
          </p:nvPr>
        </p:nvSpPr>
        <p:spPr/>
        <p:txBody>
          <a:bodyPr/>
          <a:lstStyle/>
          <a:p>
            <a:r>
              <a:rPr lang="en-US"/>
              <a:t>Understanding Turnover Reasons</a:t>
            </a:r>
          </a:p>
        </p:txBody>
      </p:sp>
      <p:sp>
        <p:nvSpPr>
          <p:cNvPr id="4" name="Text Placeholder 3">
            <a:extLst>
              <a:ext uri="{FF2B5EF4-FFF2-40B4-BE49-F238E27FC236}">
                <a16:creationId xmlns:a16="http://schemas.microsoft.com/office/drawing/2014/main" id="{C4274F81-E6FF-0063-52C9-DCE3B5C0669A}"/>
              </a:ext>
            </a:extLst>
          </p:cNvPr>
          <p:cNvSpPr>
            <a:spLocks noGrp="1"/>
          </p:cNvSpPr>
          <p:nvPr>
            <p:ph type="body" sz="half" idx="2"/>
          </p:nvPr>
        </p:nvSpPr>
        <p:spPr/>
        <p:txBody>
          <a:bodyPr/>
          <a:lstStyle/>
          <a:p>
            <a:r>
              <a:rPr lang="en-US" sz="1400"/>
              <a:t>Identify key reasons why employees leave to tackle issues effectively.</a:t>
            </a:r>
          </a:p>
        </p:txBody>
      </p:sp>
      <p:sp>
        <p:nvSpPr>
          <p:cNvPr id="5" name="Text Placeholder 4">
            <a:extLst>
              <a:ext uri="{FF2B5EF4-FFF2-40B4-BE49-F238E27FC236}">
                <a16:creationId xmlns:a16="http://schemas.microsoft.com/office/drawing/2014/main" id="{2A465E6D-817F-B4CC-96D7-93FF14754AC5}"/>
              </a:ext>
            </a:extLst>
          </p:cNvPr>
          <p:cNvSpPr>
            <a:spLocks noGrp="1"/>
          </p:cNvSpPr>
          <p:nvPr>
            <p:ph type="body" idx="13"/>
          </p:nvPr>
        </p:nvSpPr>
        <p:spPr/>
        <p:txBody>
          <a:bodyPr/>
          <a:lstStyle/>
          <a:p>
            <a:r>
              <a:rPr lang="en-US"/>
              <a:t>Improve Retention Strategies</a:t>
            </a:r>
          </a:p>
        </p:txBody>
      </p:sp>
      <p:sp>
        <p:nvSpPr>
          <p:cNvPr id="6" name="Text Placeholder 5">
            <a:extLst>
              <a:ext uri="{FF2B5EF4-FFF2-40B4-BE49-F238E27FC236}">
                <a16:creationId xmlns:a16="http://schemas.microsoft.com/office/drawing/2014/main" id="{7E5CA71F-AD75-803A-C330-564F122DAC99}"/>
              </a:ext>
            </a:extLst>
          </p:cNvPr>
          <p:cNvSpPr>
            <a:spLocks noGrp="1"/>
          </p:cNvSpPr>
          <p:nvPr>
            <p:ph type="body" sz="half" idx="14"/>
          </p:nvPr>
        </p:nvSpPr>
        <p:spPr/>
        <p:txBody>
          <a:bodyPr/>
          <a:lstStyle/>
          <a:p>
            <a:r>
              <a:rPr lang="en-US" sz="1400"/>
              <a:t>Use insights to enhance employee loyalty and satisfaction.</a:t>
            </a:r>
          </a:p>
        </p:txBody>
      </p:sp>
      <p:sp>
        <p:nvSpPr>
          <p:cNvPr id="7" name="Text Placeholder 6">
            <a:extLst>
              <a:ext uri="{FF2B5EF4-FFF2-40B4-BE49-F238E27FC236}">
                <a16:creationId xmlns:a16="http://schemas.microsoft.com/office/drawing/2014/main" id="{9CB311CC-7D65-74CD-A855-8AACBFBB458C}"/>
              </a:ext>
            </a:extLst>
          </p:cNvPr>
          <p:cNvSpPr>
            <a:spLocks noGrp="1"/>
          </p:cNvSpPr>
          <p:nvPr>
            <p:ph type="body" idx="15"/>
          </p:nvPr>
        </p:nvSpPr>
        <p:spPr/>
        <p:txBody>
          <a:bodyPr/>
          <a:lstStyle/>
          <a:p>
            <a:r>
              <a:rPr lang="en-US"/>
              <a:t>Set Benchmark Metrics</a:t>
            </a:r>
          </a:p>
        </p:txBody>
      </p:sp>
      <p:sp>
        <p:nvSpPr>
          <p:cNvPr id="8" name="Text Placeholder 7">
            <a:extLst>
              <a:ext uri="{FF2B5EF4-FFF2-40B4-BE49-F238E27FC236}">
                <a16:creationId xmlns:a16="http://schemas.microsoft.com/office/drawing/2014/main" id="{865C0E4B-8233-45EF-0F68-6682A68D364B}"/>
              </a:ext>
            </a:extLst>
          </p:cNvPr>
          <p:cNvSpPr>
            <a:spLocks noGrp="1"/>
          </p:cNvSpPr>
          <p:nvPr>
            <p:ph type="body" sz="half" idx="16"/>
          </p:nvPr>
        </p:nvSpPr>
        <p:spPr/>
        <p:txBody>
          <a:bodyPr/>
          <a:lstStyle/>
          <a:p>
            <a:r>
              <a:rPr lang="en-US" sz="1400" dirty="0"/>
              <a:t>Establish measurable outcomes to evaluate retention efforts.</a:t>
            </a:r>
          </a:p>
        </p:txBody>
      </p:sp>
      <p:pic>
        <p:nvPicPr>
          <p:cNvPr id="11" name="Picture Placeholder 10">
            <a:extLst>
              <a:ext uri="{FF2B5EF4-FFF2-40B4-BE49-F238E27FC236}">
                <a16:creationId xmlns:a16="http://schemas.microsoft.com/office/drawing/2014/main" id="{FE11529D-3880-EADD-7C99-8C2FA283389F}"/>
              </a:ext>
            </a:extLst>
          </p:cNvPr>
          <p:cNvPicPr>
            <a:picLocks noGrp="1" noChangeAspect="1"/>
          </p:cNvPicPr>
          <p:nvPr>
            <p:ph type="pic" sz="quarter" idx="17"/>
          </p:nvPr>
        </p:nvPicPr>
        <p:blipFill>
          <a:blip r:embed="rId2"/>
          <a:srcRect t="16687" b="16687"/>
          <a:stretch>
            <a:fillRect/>
          </a:stretch>
        </p:blipFill>
        <p:spPr/>
      </p:pic>
      <p:sp>
        <p:nvSpPr>
          <p:cNvPr id="10" name="Text Placeholder 9">
            <a:extLst>
              <a:ext uri="{FF2B5EF4-FFF2-40B4-BE49-F238E27FC236}">
                <a16:creationId xmlns:a16="http://schemas.microsoft.com/office/drawing/2014/main" id="{977678B0-B6E1-BE92-B118-653ED68B6B5C}"/>
              </a:ext>
            </a:extLst>
          </p:cNvPr>
          <p:cNvSpPr>
            <a:spLocks noGrp="1"/>
          </p:cNvSpPr>
          <p:nvPr>
            <p:ph type="body" sz="quarter" idx="20"/>
          </p:nvPr>
        </p:nvSpPr>
        <p:spPr/>
        <p:txBody>
          <a:bodyPr/>
          <a:lstStyle/>
          <a:p>
            <a:r>
              <a:rPr lang="en-US"/>
              <a:t>Photos provided by Unsplash</a:t>
            </a:r>
          </a:p>
        </p:txBody>
      </p:sp>
    </p:spTree>
    <p:extLst>
      <p:ext uri="{BB962C8B-B14F-4D97-AF65-F5344CB8AC3E}">
        <p14:creationId xmlns:p14="http://schemas.microsoft.com/office/powerpoint/2010/main" val="53937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08778-DA32-B67D-06B0-9FC498E3441B}"/>
              </a:ext>
            </a:extLst>
          </p:cNvPr>
          <p:cNvSpPr>
            <a:spLocks noGrp="1"/>
          </p:cNvSpPr>
          <p:nvPr>
            <p:ph type="title"/>
          </p:nvPr>
        </p:nvSpPr>
        <p:spPr/>
        <p:txBody>
          <a:bodyPr/>
          <a:lstStyle/>
          <a:p>
            <a:r>
              <a:rPr lang="en-US"/>
              <a:t>Key Predictive Factors</a:t>
            </a:r>
          </a:p>
        </p:txBody>
      </p:sp>
      <p:sp>
        <p:nvSpPr>
          <p:cNvPr id="3" name="Text Placeholder 2">
            <a:extLst>
              <a:ext uri="{FF2B5EF4-FFF2-40B4-BE49-F238E27FC236}">
                <a16:creationId xmlns:a16="http://schemas.microsoft.com/office/drawing/2014/main" id="{500505C9-097A-74CA-3D9B-0DEC98CFF80E}"/>
              </a:ext>
            </a:extLst>
          </p:cNvPr>
          <p:cNvSpPr>
            <a:spLocks noGrp="1"/>
          </p:cNvSpPr>
          <p:nvPr>
            <p:ph type="body" idx="1"/>
          </p:nvPr>
        </p:nvSpPr>
        <p:spPr/>
        <p:txBody>
          <a:bodyPr/>
          <a:lstStyle/>
          <a:p>
            <a:r>
              <a:rPr lang="en-US"/>
              <a:t>Job Satisfaction Levels</a:t>
            </a:r>
          </a:p>
        </p:txBody>
      </p:sp>
      <p:sp>
        <p:nvSpPr>
          <p:cNvPr id="4" name="Text Placeholder 3">
            <a:extLst>
              <a:ext uri="{FF2B5EF4-FFF2-40B4-BE49-F238E27FC236}">
                <a16:creationId xmlns:a16="http://schemas.microsoft.com/office/drawing/2014/main" id="{CDDCA500-30BB-BD6F-F785-B4B43FB415C6}"/>
              </a:ext>
            </a:extLst>
          </p:cNvPr>
          <p:cNvSpPr>
            <a:spLocks noGrp="1"/>
          </p:cNvSpPr>
          <p:nvPr>
            <p:ph type="body" sz="half" idx="2"/>
          </p:nvPr>
        </p:nvSpPr>
        <p:spPr/>
        <p:txBody>
          <a:bodyPr/>
          <a:lstStyle/>
          <a:p>
            <a:r>
              <a:rPr lang="en-US" sz="1400" dirty="0"/>
              <a:t>Higher satisfaction correlates with lower turnover rates; focus on key drivers of job happiness.</a:t>
            </a:r>
          </a:p>
        </p:txBody>
      </p:sp>
      <p:pic>
        <p:nvPicPr>
          <p:cNvPr id="11" name="Picture Placeholder 10">
            <a:extLst>
              <a:ext uri="{FF2B5EF4-FFF2-40B4-BE49-F238E27FC236}">
                <a16:creationId xmlns:a16="http://schemas.microsoft.com/office/drawing/2014/main" id="{3E53AD7C-DF79-6C45-994F-CAB2F26A24DB}"/>
              </a:ext>
            </a:extLst>
          </p:cNvPr>
          <p:cNvPicPr>
            <a:picLocks noGrp="1" noChangeAspect="1"/>
          </p:cNvPicPr>
          <p:nvPr>
            <p:ph type="pic" sz="quarter" idx="17"/>
          </p:nvPr>
        </p:nvPicPr>
        <p:blipFill>
          <a:blip r:embed="rId2"/>
          <a:srcRect t="16687" b="16687"/>
          <a:stretch>
            <a:fillRect/>
          </a:stretch>
        </p:blipFill>
        <p:spPr/>
      </p:pic>
      <p:sp>
        <p:nvSpPr>
          <p:cNvPr id="6" name="Text Placeholder 5">
            <a:extLst>
              <a:ext uri="{FF2B5EF4-FFF2-40B4-BE49-F238E27FC236}">
                <a16:creationId xmlns:a16="http://schemas.microsoft.com/office/drawing/2014/main" id="{D4CA93E1-D04B-1950-8CF2-BB0784F1DB63}"/>
              </a:ext>
            </a:extLst>
          </p:cNvPr>
          <p:cNvSpPr>
            <a:spLocks noGrp="1"/>
          </p:cNvSpPr>
          <p:nvPr>
            <p:ph type="body" idx="18"/>
          </p:nvPr>
        </p:nvSpPr>
        <p:spPr/>
        <p:txBody>
          <a:bodyPr/>
          <a:lstStyle/>
          <a:p>
            <a:r>
              <a:rPr lang="en-US" dirty="0"/>
              <a:t>Workload</a:t>
            </a:r>
          </a:p>
        </p:txBody>
      </p:sp>
      <p:sp>
        <p:nvSpPr>
          <p:cNvPr id="7" name="Text Placeholder 6">
            <a:extLst>
              <a:ext uri="{FF2B5EF4-FFF2-40B4-BE49-F238E27FC236}">
                <a16:creationId xmlns:a16="http://schemas.microsoft.com/office/drawing/2014/main" id="{F4DE99CB-03A4-2C39-BB0E-5D7EB4C1BAD8}"/>
              </a:ext>
            </a:extLst>
          </p:cNvPr>
          <p:cNvSpPr>
            <a:spLocks noGrp="1"/>
          </p:cNvSpPr>
          <p:nvPr>
            <p:ph type="body" sz="half" idx="19"/>
          </p:nvPr>
        </p:nvSpPr>
        <p:spPr/>
        <p:txBody>
          <a:bodyPr/>
          <a:lstStyle/>
          <a:p>
            <a:r>
              <a:rPr lang="en-US" sz="1400" dirty="0"/>
              <a:t>Overwork employee burnout quickly, lead to lower satisfaction </a:t>
            </a:r>
          </a:p>
        </p:txBody>
      </p:sp>
      <p:sp>
        <p:nvSpPr>
          <p:cNvPr id="8" name="Text Placeholder 7">
            <a:extLst>
              <a:ext uri="{FF2B5EF4-FFF2-40B4-BE49-F238E27FC236}">
                <a16:creationId xmlns:a16="http://schemas.microsoft.com/office/drawing/2014/main" id="{2026E03F-0CE8-B6C8-FF6B-6F0A32F816A9}"/>
              </a:ext>
            </a:extLst>
          </p:cNvPr>
          <p:cNvSpPr>
            <a:spLocks noGrp="1"/>
          </p:cNvSpPr>
          <p:nvPr>
            <p:ph type="body" idx="20"/>
          </p:nvPr>
        </p:nvSpPr>
        <p:spPr/>
        <p:txBody>
          <a:bodyPr/>
          <a:lstStyle/>
          <a:p>
            <a:r>
              <a:rPr lang="en-US" dirty="0"/>
              <a:t>Evaluation and Compensation</a:t>
            </a:r>
          </a:p>
        </p:txBody>
      </p:sp>
      <p:sp>
        <p:nvSpPr>
          <p:cNvPr id="9" name="Text Placeholder 8">
            <a:extLst>
              <a:ext uri="{FF2B5EF4-FFF2-40B4-BE49-F238E27FC236}">
                <a16:creationId xmlns:a16="http://schemas.microsoft.com/office/drawing/2014/main" id="{60E539D9-EBBF-2A0B-06ED-11ED18906C8B}"/>
              </a:ext>
            </a:extLst>
          </p:cNvPr>
          <p:cNvSpPr>
            <a:spLocks noGrp="1"/>
          </p:cNvSpPr>
          <p:nvPr>
            <p:ph type="body" sz="half" idx="21"/>
          </p:nvPr>
        </p:nvSpPr>
        <p:spPr/>
        <p:txBody>
          <a:bodyPr/>
          <a:lstStyle/>
          <a:p>
            <a:r>
              <a:rPr lang="en-US" sz="1400" dirty="0"/>
              <a:t>Evaluation is highly tied to work hours and may not reflect productivity.</a:t>
            </a:r>
          </a:p>
          <a:p>
            <a:r>
              <a:rPr lang="en-US" sz="1400" dirty="0"/>
              <a:t>High evaluation do not mean high salary and promotion rate, may also lead to low satisfaction level. </a:t>
            </a:r>
          </a:p>
        </p:txBody>
      </p:sp>
      <p:sp>
        <p:nvSpPr>
          <p:cNvPr id="10" name="Text Placeholder 9">
            <a:extLst>
              <a:ext uri="{FF2B5EF4-FFF2-40B4-BE49-F238E27FC236}">
                <a16:creationId xmlns:a16="http://schemas.microsoft.com/office/drawing/2014/main" id="{1C8D308B-A1ED-9D13-E841-A811CFD3F446}"/>
              </a:ext>
            </a:extLst>
          </p:cNvPr>
          <p:cNvSpPr>
            <a:spLocks noGrp="1"/>
          </p:cNvSpPr>
          <p:nvPr>
            <p:ph type="body" sz="quarter" idx="22"/>
          </p:nvPr>
        </p:nvSpPr>
        <p:spPr/>
        <p:txBody>
          <a:bodyPr/>
          <a:lstStyle/>
          <a:p>
            <a:r>
              <a:rPr lang="en-US"/>
              <a:t>Photos provided by Unsplash</a:t>
            </a:r>
          </a:p>
        </p:txBody>
      </p:sp>
    </p:spTree>
    <p:extLst>
      <p:ext uri="{BB962C8B-B14F-4D97-AF65-F5344CB8AC3E}">
        <p14:creationId xmlns:p14="http://schemas.microsoft.com/office/powerpoint/2010/main" val="919435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558C-C6B4-6B3E-CAF1-9374D71F4D76}"/>
              </a:ext>
            </a:extLst>
          </p:cNvPr>
          <p:cNvSpPr>
            <a:spLocks noGrp="1"/>
          </p:cNvSpPr>
          <p:nvPr>
            <p:ph type="title"/>
          </p:nvPr>
        </p:nvSpPr>
        <p:spPr>
          <a:xfrm>
            <a:off x="202194" y="136526"/>
            <a:ext cx="10972800" cy="995158"/>
          </a:xfrm>
        </p:spPr>
        <p:txBody>
          <a:bodyPr/>
          <a:lstStyle/>
          <a:p>
            <a:r>
              <a:rPr lang="en-US" dirty="0"/>
              <a:t>Exploratory Data Analysis</a:t>
            </a:r>
          </a:p>
        </p:txBody>
      </p:sp>
      <p:sp>
        <p:nvSpPr>
          <p:cNvPr id="10" name="Text Placeholder 9">
            <a:extLst>
              <a:ext uri="{FF2B5EF4-FFF2-40B4-BE49-F238E27FC236}">
                <a16:creationId xmlns:a16="http://schemas.microsoft.com/office/drawing/2014/main" id="{C56ADE05-89E3-2A8B-04ED-91079BF75B47}"/>
              </a:ext>
            </a:extLst>
          </p:cNvPr>
          <p:cNvSpPr>
            <a:spLocks noGrp="1"/>
          </p:cNvSpPr>
          <p:nvPr>
            <p:ph type="body" sz="quarter" idx="22"/>
          </p:nvPr>
        </p:nvSpPr>
        <p:spPr/>
        <p:txBody>
          <a:bodyPr/>
          <a:lstStyle/>
          <a:p>
            <a:endParaRPr lang="en-US"/>
          </a:p>
        </p:txBody>
      </p:sp>
      <p:pic>
        <p:nvPicPr>
          <p:cNvPr id="12" name="Picture 11">
            <a:extLst>
              <a:ext uri="{FF2B5EF4-FFF2-40B4-BE49-F238E27FC236}">
                <a16:creationId xmlns:a16="http://schemas.microsoft.com/office/drawing/2014/main" id="{D5D56859-F901-A0AE-85B5-6228D60AC576}"/>
              </a:ext>
            </a:extLst>
          </p:cNvPr>
          <p:cNvPicPr>
            <a:picLocks noChangeAspect="1"/>
          </p:cNvPicPr>
          <p:nvPr/>
        </p:nvPicPr>
        <p:blipFill>
          <a:blip r:embed="rId2"/>
          <a:stretch>
            <a:fillRect/>
          </a:stretch>
        </p:blipFill>
        <p:spPr>
          <a:xfrm>
            <a:off x="7016435" y="3664263"/>
            <a:ext cx="5143226" cy="3274493"/>
          </a:xfrm>
          <a:prstGeom prst="rect">
            <a:avLst/>
          </a:prstGeom>
        </p:spPr>
      </p:pic>
      <p:pic>
        <p:nvPicPr>
          <p:cNvPr id="13" name="Picture 12">
            <a:extLst>
              <a:ext uri="{FF2B5EF4-FFF2-40B4-BE49-F238E27FC236}">
                <a16:creationId xmlns:a16="http://schemas.microsoft.com/office/drawing/2014/main" id="{AB2D2813-8301-0A41-6419-6681658508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6435" y="-30236"/>
            <a:ext cx="5143225" cy="3619789"/>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F977DE26-1D7D-7BF4-68C0-E018BC795FAD}"/>
              </a:ext>
            </a:extLst>
          </p:cNvPr>
          <p:cNvSpPr txBox="1"/>
          <p:nvPr/>
        </p:nvSpPr>
        <p:spPr>
          <a:xfrm>
            <a:off x="832919" y="1674674"/>
            <a:ext cx="4608214" cy="2564805"/>
          </a:xfrm>
          <a:prstGeom prst="rect">
            <a:avLst/>
          </a:prstGeom>
          <a:noFill/>
        </p:spPr>
        <p:txBody>
          <a:bodyPr wrap="square" rtlCol="0">
            <a:spAutoFit/>
          </a:bodyPr>
          <a:lstStyle/>
          <a:p>
            <a:pPr marL="285750" indent="-285750">
              <a:spcAft>
                <a:spcPts val="1000"/>
              </a:spcAft>
              <a:buFont typeface="Arial" panose="020B0604020202020204" pitchFamily="34" charset="0"/>
              <a:buChar char="•"/>
            </a:pPr>
            <a:r>
              <a:rPr lang="en-US" dirty="0"/>
              <a:t>&gt;50% employees work over 200 hours per month, some steps into 300 hours territory.</a:t>
            </a:r>
          </a:p>
          <a:p>
            <a:pPr marL="285750" indent="-285750">
              <a:spcAft>
                <a:spcPts val="1000"/>
              </a:spcAft>
              <a:buFont typeface="Arial" panose="020B0604020202020204" pitchFamily="34" charset="0"/>
              <a:buChar char="•"/>
            </a:pPr>
            <a:r>
              <a:rPr lang="en-US" dirty="0"/>
              <a:t>Many overworked employees have too many projects which strongly correlated with leaving the company.</a:t>
            </a:r>
          </a:p>
          <a:p>
            <a:pPr marL="285750" indent="-285750">
              <a:buFont typeface="Arial" panose="020B0604020202020204" pitchFamily="34" charset="0"/>
              <a:buChar char="•"/>
            </a:pPr>
            <a:r>
              <a:rPr lang="en-US" dirty="0"/>
              <a:t>Few employees stay after given more than 4 projects and work 200+ hours per month.</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0972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4C443E12-438C-9E11-612D-EF28BD4C59D9}"/>
              </a:ext>
            </a:extLst>
          </p:cNvPr>
          <p:cNvSpPr>
            <a:spLocks noGrp="1"/>
          </p:cNvSpPr>
          <p:nvPr>
            <p:ph type="body" sz="quarter" idx="22"/>
          </p:nvPr>
        </p:nvSpPr>
        <p:spPr>
          <a:xfrm>
            <a:off x="291967" y="772522"/>
            <a:ext cx="5275914" cy="5151828"/>
          </a:xfrm>
        </p:spPr>
        <p:txBody>
          <a:bodyPr/>
          <a:lstStyle/>
          <a:p>
            <a:pPr marL="285750" indent="-285750" algn="l">
              <a:buFont typeface="Arial" panose="020B0604020202020204" pitchFamily="34" charset="0"/>
              <a:buChar char="•"/>
            </a:pPr>
            <a:r>
              <a:rPr lang="en-US" sz="1600" dirty="0">
                <a:solidFill>
                  <a:schemeClr val="tx1"/>
                </a:solidFill>
              </a:rPr>
              <a:t>Evaluations also plays a big role.</a:t>
            </a:r>
          </a:p>
          <a:p>
            <a:pPr marL="285750" indent="-285750" algn="l">
              <a:buFont typeface="Arial" panose="020B0604020202020204" pitchFamily="34" charset="0"/>
              <a:buChar char="•"/>
            </a:pPr>
            <a:r>
              <a:rPr lang="en-US" sz="1600" dirty="0">
                <a:solidFill>
                  <a:schemeClr val="tx1"/>
                </a:solidFill>
              </a:rPr>
              <a:t>High work hour/high evaluation employees and low work hour/low evaluation employees both have high turnover rate.</a:t>
            </a:r>
          </a:p>
          <a:p>
            <a:pPr marL="285750" indent="-285750" algn="l">
              <a:buFont typeface="Arial" panose="020B0604020202020204" pitchFamily="34" charset="0"/>
              <a:buChar char="•"/>
            </a:pPr>
            <a:r>
              <a:rPr lang="en-US" sz="1600" dirty="0">
                <a:solidFill>
                  <a:schemeClr val="tx1"/>
                </a:solidFill>
              </a:rPr>
              <a:t>Some investigate shows that high evaluation employees get lower salary and less promotion, which may lead to low satisfaction.</a:t>
            </a:r>
          </a:p>
        </p:txBody>
      </p:sp>
      <p:pic>
        <p:nvPicPr>
          <p:cNvPr id="11" name="Picture 10">
            <a:extLst>
              <a:ext uri="{FF2B5EF4-FFF2-40B4-BE49-F238E27FC236}">
                <a16:creationId xmlns:a16="http://schemas.microsoft.com/office/drawing/2014/main" id="{EFE62CD2-F134-3771-C46E-47B458CE78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3295" y="-18941"/>
            <a:ext cx="6272658" cy="365462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a:extLst>
              <a:ext uri="{FF2B5EF4-FFF2-40B4-BE49-F238E27FC236}">
                <a16:creationId xmlns:a16="http://schemas.microsoft.com/office/drawing/2014/main" id="{888F5790-EC39-F368-7B0E-108E1D8410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3295" y="3635681"/>
            <a:ext cx="6069952" cy="3222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763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
    <p:bg>
      <p:bgPr>
        <a:solidFill>
          <a:srgbClr val="F2F2F2"/>
        </a:solidFill>
        <a:effectLst/>
      </p:bgPr>
    </p:bg>
    <p:spTree>
      <p:nvGrpSpPr>
        <p:cNvPr id="1" name=""/>
        <p:cNvGrpSpPr/>
        <p:nvPr/>
      </p:nvGrpSpPr>
      <p:grpSpPr>
        <a:xfrm>
          <a:off x="0" y="0"/>
          <a:ext cx="0" cy="0"/>
          <a:chOff x="0" y="0"/>
          <a:chExt cx="0" cy="0"/>
        </a:xfrm>
      </p:grpSpPr>
      <p:graphicFrame>
        <p:nvGraphicFramePr>
          <p:cNvPr id="2" name="Table 0"/>
          <p:cNvGraphicFramePr>
            <a:graphicFrameLocks noGrp="1"/>
          </p:cNvGraphicFramePr>
          <p:nvPr>
            <p:extLst>
              <p:ext uri="{D42A27DB-BD31-4B8C-83A1-F6EECF244321}">
                <p14:modId xmlns:p14="http://schemas.microsoft.com/office/powerpoint/2010/main" val="4106968200"/>
              </p:ext>
            </p:extLst>
          </p:nvPr>
        </p:nvGraphicFramePr>
        <p:xfrm>
          <a:off x="609600" y="2445190"/>
          <a:ext cx="10363202" cy="2145792"/>
        </p:xfrm>
        <a:graphic>
          <a:graphicData uri="http://schemas.openxmlformats.org/drawingml/2006/table">
            <a:tbl>
              <a:tblPr>
                <a:tableStyleId>{8EC20E35-A176-4012-BC5E-935CFFF8708E}</a:tableStyleId>
              </a:tblPr>
              <a:tblGrid>
                <a:gridCol w="1758215">
                  <a:extLst>
                    <a:ext uri="{9D8B030D-6E8A-4147-A177-3AD203B41FA5}">
                      <a16:colId xmlns:a16="http://schemas.microsoft.com/office/drawing/2014/main" val="20000"/>
                    </a:ext>
                  </a:extLst>
                </a:gridCol>
                <a:gridCol w="1123750">
                  <a:extLst>
                    <a:ext uri="{9D8B030D-6E8A-4147-A177-3AD203B41FA5}">
                      <a16:colId xmlns:a16="http://schemas.microsoft.com/office/drawing/2014/main" val="20001"/>
                    </a:ext>
                  </a:extLst>
                </a:gridCol>
                <a:gridCol w="1123750">
                  <a:extLst>
                    <a:ext uri="{9D8B030D-6E8A-4147-A177-3AD203B41FA5}">
                      <a16:colId xmlns:a16="http://schemas.microsoft.com/office/drawing/2014/main" val="1746071666"/>
                    </a:ext>
                  </a:extLst>
                </a:gridCol>
                <a:gridCol w="1123750">
                  <a:extLst>
                    <a:ext uri="{9D8B030D-6E8A-4147-A177-3AD203B41FA5}">
                      <a16:colId xmlns:a16="http://schemas.microsoft.com/office/drawing/2014/main" val="3301743137"/>
                    </a:ext>
                  </a:extLst>
                </a:gridCol>
                <a:gridCol w="1123750">
                  <a:extLst>
                    <a:ext uri="{9D8B030D-6E8A-4147-A177-3AD203B41FA5}">
                      <a16:colId xmlns:a16="http://schemas.microsoft.com/office/drawing/2014/main" val="1751617642"/>
                    </a:ext>
                  </a:extLst>
                </a:gridCol>
                <a:gridCol w="4109987">
                  <a:extLst>
                    <a:ext uri="{9D8B030D-6E8A-4147-A177-3AD203B41FA5}">
                      <a16:colId xmlns:a16="http://schemas.microsoft.com/office/drawing/2014/main" val="20002"/>
                    </a:ext>
                  </a:extLst>
                </a:gridCol>
              </a:tblGrid>
              <a:tr h="524256">
                <a:tc>
                  <a:txBody>
                    <a:bodyPr/>
                    <a:lstStyle/>
                    <a:p>
                      <a:pPr marL="0" indent="0">
                        <a:buNone/>
                      </a:pPr>
                      <a:r>
                        <a:rPr lang="en-US" sz="1400" b="1" dirty="0">
                          <a:solidFill>
                            <a:schemeClr val="accent1"/>
                          </a:solidFill>
                        </a:rPr>
                        <a:t>Model Version</a:t>
                      </a:r>
                      <a:endParaRPr lang="en-US" sz="1400" b="1" dirty="0">
                        <a:solidFill>
                          <a:schemeClr val="accent1"/>
                        </a:solidFill>
                        <a:latin typeface="Roboto" charset="0"/>
                        <a:ea typeface="Roboto" charset="0"/>
                        <a:cs typeface="Roboto" charset="0"/>
                      </a:endParaRPr>
                    </a:p>
                  </a:txBody>
                  <a:tcPr marL="73152" marR="73152" marT="73152" marB="73152" anchor="ctr"/>
                </a:tc>
                <a:tc>
                  <a:txBody>
                    <a:bodyPr/>
                    <a:lstStyle/>
                    <a:p>
                      <a:pPr marL="0" indent="0">
                        <a:buNone/>
                      </a:pPr>
                      <a:r>
                        <a:rPr lang="en-US" sz="1400" b="1" dirty="0">
                          <a:solidFill>
                            <a:schemeClr val="accent1"/>
                          </a:solidFill>
                        </a:rPr>
                        <a:t>Accuracy </a:t>
                      </a:r>
                      <a:endParaRPr lang="en-US" sz="1400" b="1" dirty="0">
                        <a:solidFill>
                          <a:schemeClr val="accent1"/>
                        </a:solidFill>
                        <a:latin typeface="Roboto" charset="0"/>
                        <a:ea typeface="Roboto" charset="0"/>
                        <a:cs typeface="Roboto" charset="0"/>
                      </a:endParaRPr>
                    </a:p>
                  </a:txBody>
                  <a:tcPr marL="73152" marR="73152" marT="73152" marB="73152" anchor="ctr"/>
                </a:tc>
                <a:tc>
                  <a:txBody>
                    <a:bodyPr/>
                    <a:lstStyle/>
                    <a:p>
                      <a:pPr marL="0" indent="0">
                        <a:buNone/>
                      </a:pPr>
                      <a:r>
                        <a:rPr lang="en-US" sz="1400" b="1" dirty="0">
                          <a:solidFill>
                            <a:schemeClr val="accent1"/>
                          </a:solidFill>
                        </a:rPr>
                        <a:t>Precision</a:t>
                      </a:r>
                      <a:endParaRPr lang="en-US" sz="1400" b="1" dirty="0">
                        <a:solidFill>
                          <a:schemeClr val="accent1"/>
                        </a:solidFill>
                        <a:latin typeface="Roboto" charset="0"/>
                        <a:ea typeface="Roboto" charset="0"/>
                        <a:cs typeface="Roboto" charset="0"/>
                      </a:endParaRPr>
                    </a:p>
                  </a:txBody>
                  <a:tcPr marL="73152" marR="73152" marT="73152" marB="73152" anchor="ctr"/>
                </a:tc>
                <a:tc>
                  <a:txBody>
                    <a:bodyPr/>
                    <a:lstStyle/>
                    <a:p>
                      <a:pPr marL="0" indent="0">
                        <a:buNone/>
                      </a:pPr>
                      <a:r>
                        <a:rPr lang="en-US" sz="1400" b="1" dirty="0">
                          <a:solidFill>
                            <a:schemeClr val="accent1"/>
                          </a:solidFill>
                        </a:rPr>
                        <a:t>Recall</a:t>
                      </a:r>
                      <a:endParaRPr lang="en-US" sz="1400" b="1" dirty="0">
                        <a:solidFill>
                          <a:schemeClr val="accent1"/>
                        </a:solidFill>
                        <a:latin typeface="Roboto" charset="0"/>
                        <a:ea typeface="Roboto" charset="0"/>
                        <a:cs typeface="Roboto" charset="0"/>
                      </a:endParaRPr>
                    </a:p>
                  </a:txBody>
                  <a:tcPr marL="73152" marR="73152" marT="73152" marB="73152" anchor="ctr"/>
                </a:tc>
                <a:tc>
                  <a:txBody>
                    <a:bodyPr/>
                    <a:lstStyle/>
                    <a:p>
                      <a:pPr marL="0" indent="0">
                        <a:buNone/>
                      </a:pPr>
                      <a:r>
                        <a:rPr lang="en-US" sz="1400" b="1" dirty="0">
                          <a:solidFill>
                            <a:schemeClr val="accent1"/>
                          </a:solidFill>
                        </a:rPr>
                        <a:t>F1-score</a:t>
                      </a:r>
                      <a:endParaRPr lang="en-US" sz="1400" b="1" dirty="0">
                        <a:solidFill>
                          <a:schemeClr val="accent1"/>
                        </a:solidFill>
                        <a:latin typeface="Roboto" charset="0"/>
                        <a:ea typeface="Roboto" charset="0"/>
                        <a:cs typeface="Roboto" charset="0"/>
                      </a:endParaRPr>
                    </a:p>
                  </a:txBody>
                  <a:tcPr marL="73152" marR="73152" marT="73152" marB="73152" anchor="ctr"/>
                </a:tc>
                <a:tc>
                  <a:txBody>
                    <a:bodyPr/>
                    <a:lstStyle/>
                    <a:p>
                      <a:pPr marL="0" indent="0">
                        <a:buNone/>
                      </a:pPr>
                      <a:r>
                        <a:rPr lang="en-US" sz="1400" b="1" dirty="0">
                          <a:solidFill>
                            <a:schemeClr val="accent1"/>
                          </a:solidFill>
                        </a:rPr>
                        <a:t>Key Metrics</a:t>
                      </a:r>
                      <a:endParaRPr lang="en-US" sz="1400" b="1" dirty="0">
                        <a:solidFill>
                          <a:schemeClr val="accent1"/>
                        </a:solidFill>
                        <a:latin typeface="Roboto" charset="0"/>
                        <a:ea typeface="Roboto" charset="0"/>
                        <a:cs typeface="Roboto" charset="0"/>
                      </a:endParaRPr>
                    </a:p>
                  </a:txBody>
                  <a:tcPr marL="73152" marR="73152" marT="73152" marB="73152" anchor="ctr"/>
                </a:tc>
                <a:extLst>
                  <a:ext uri="{0D108BD9-81ED-4DB2-BD59-A6C34878D82A}">
                    <a16:rowId xmlns:a16="http://schemas.microsoft.com/office/drawing/2014/main" val="10000"/>
                  </a:ext>
                </a:extLst>
              </a:tr>
              <a:tr h="524256">
                <a:tc>
                  <a:txBody>
                    <a:bodyPr/>
                    <a:lstStyle/>
                    <a:p>
                      <a:pPr marL="0" indent="0">
                        <a:buNone/>
                      </a:pPr>
                      <a:r>
                        <a:rPr lang="en-US" sz="1400" dirty="0">
                          <a:solidFill>
                            <a:schemeClr val="bg2">
                              <a:lumMod val="25000"/>
                            </a:schemeClr>
                          </a:solidFill>
                        </a:rPr>
                        <a:t>Logistic Regression</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82%</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47%</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24%</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32%</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endParaRPr lang="en-US" sz="1400" dirty="0">
                        <a:solidFill>
                          <a:schemeClr val="bg2">
                            <a:lumMod val="25000"/>
                          </a:schemeClr>
                        </a:solidFill>
                        <a:latin typeface="Roboto" charset="0"/>
                        <a:ea typeface="Roboto" charset="0"/>
                        <a:cs typeface="Roboto" charset="0"/>
                      </a:endParaRPr>
                    </a:p>
                  </a:txBody>
                  <a:tcPr marL="73152" marR="73152" marT="73152" marB="73152" anchor="ctr"/>
                </a:tc>
                <a:extLst>
                  <a:ext uri="{0D108BD9-81ED-4DB2-BD59-A6C34878D82A}">
                    <a16:rowId xmlns:a16="http://schemas.microsoft.com/office/drawing/2014/main" val="10001"/>
                  </a:ext>
                </a:extLst>
              </a:tr>
              <a:tr h="573024">
                <a:tc>
                  <a:txBody>
                    <a:bodyPr/>
                    <a:lstStyle/>
                    <a:p>
                      <a:pPr marL="0" indent="0">
                        <a:buNone/>
                      </a:pPr>
                      <a:r>
                        <a:rPr lang="en-US" sz="1400" dirty="0">
                          <a:solidFill>
                            <a:schemeClr val="bg2">
                              <a:lumMod val="25000"/>
                            </a:schemeClr>
                          </a:solidFill>
                        </a:rPr>
                        <a:t>Decision Tree</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94%</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82%</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85%</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84%</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Work hours, evaluation, years employed, salary</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extLst>
                  <a:ext uri="{0D108BD9-81ED-4DB2-BD59-A6C34878D82A}">
                    <a16:rowId xmlns:a16="http://schemas.microsoft.com/office/drawing/2014/main" val="10002"/>
                  </a:ext>
                </a:extLst>
              </a:tr>
              <a:tr h="524256">
                <a:tc>
                  <a:txBody>
                    <a:bodyPr/>
                    <a:lstStyle/>
                    <a:p>
                      <a:pPr marL="0" indent="0">
                        <a:buNone/>
                      </a:pPr>
                      <a:r>
                        <a:rPr lang="en-US" sz="1400" dirty="0">
                          <a:solidFill>
                            <a:schemeClr val="bg2">
                              <a:lumMod val="25000"/>
                            </a:schemeClr>
                          </a:solidFill>
                        </a:rPr>
                        <a:t>Random Forest</a:t>
                      </a:r>
                      <a:endParaRPr lang="en-US" sz="1400" dirty="0">
                        <a:solidFill>
                          <a:schemeClr val="bg2">
                            <a:lumMod val="25000"/>
                          </a:schemeClr>
                        </a:solidFill>
                        <a:latin typeface="Roboto" pitchFamily="34" charset="0"/>
                        <a:ea typeface="Roboto" pitchFamily="34" charset="-122"/>
                        <a:cs typeface="Roboto" pitchFamily="34" charset="-120"/>
                      </a:endParaRPr>
                    </a:p>
                  </a:txBody>
                  <a:tcPr marL="73152" marR="73152" marT="73152" marB="73152" anchor="ctr"/>
                </a:tc>
                <a:tc>
                  <a:txBody>
                    <a:bodyPr/>
                    <a:lstStyle/>
                    <a:p>
                      <a:pPr marL="0" indent="0">
                        <a:buNone/>
                      </a:pPr>
                      <a:r>
                        <a:rPr lang="en-US" sz="1400" dirty="0">
                          <a:solidFill>
                            <a:schemeClr val="bg2">
                              <a:lumMod val="25000"/>
                            </a:schemeClr>
                          </a:solidFill>
                        </a:rPr>
                        <a:t>95%</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80%</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91%</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indent="0">
                        <a:buNone/>
                      </a:pPr>
                      <a:r>
                        <a:rPr lang="en-US" sz="1400" dirty="0">
                          <a:solidFill>
                            <a:schemeClr val="bg2">
                              <a:lumMod val="25000"/>
                            </a:schemeClr>
                          </a:solidFill>
                        </a:rPr>
                        <a:t>86%</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bg2">
                              <a:lumMod val="25000"/>
                            </a:schemeClr>
                          </a:solidFill>
                        </a:rPr>
                        <a:t>Work hours, evaluation, years employed, salary</a:t>
                      </a:r>
                      <a:endParaRPr lang="en-US" sz="1400" dirty="0">
                        <a:solidFill>
                          <a:schemeClr val="bg2">
                            <a:lumMod val="25000"/>
                          </a:schemeClr>
                        </a:solidFill>
                        <a:latin typeface="Roboto" charset="0"/>
                        <a:ea typeface="Roboto" charset="0"/>
                        <a:cs typeface="Roboto" charset="0"/>
                      </a:endParaRPr>
                    </a:p>
                  </a:txBody>
                  <a:tcPr marL="73152" marR="73152" marT="73152" marB="73152" anchor="ctr"/>
                </a:tc>
                <a:extLst>
                  <a:ext uri="{0D108BD9-81ED-4DB2-BD59-A6C34878D82A}">
                    <a16:rowId xmlns:a16="http://schemas.microsoft.com/office/drawing/2014/main" val="10003"/>
                  </a:ext>
                </a:extLst>
              </a:tr>
            </a:tbl>
          </a:graphicData>
        </a:graphic>
      </p:graphicFrame>
      <p:sp>
        <p:nvSpPr>
          <p:cNvPr id="3" name="Text 0"/>
          <p:cNvSpPr/>
          <p:nvPr/>
        </p:nvSpPr>
        <p:spPr>
          <a:xfrm>
            <a:off x="609600" y="355600"/>
            <a:ext cx="10972800" cy="1219200"/>
          </a:xfrm>
          <a:prstGeom prst="rect">
            <a:avLst/>
          </a:prstGeom>
          <a:noFill/>
          <a:ln/>
        </p:spPr>
        <p:txBody>
          <a:bodyPr wrap="square" rtlCol="0" anchor="ctr"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400" dirty="0">
                <a:latin typeface="Calibri"/>
                <a:cs typeface="Calibri"/>
              </a:rPr>
              <a:t>Retention Prediction Model</a:t>
            </a:r>
          </a:p>
        </p:txBody>
      </p:sp>
      <p:sp>
        <p:nvSpPr>
          <p:cNvPr id="4" name="Shape 1"/>
          <p:cNvSpPr/>
          <p:nvPr/>
        </p:nvSpPr>
        <p:spPr>
          <a:xfrm>
            <a:off x="1219200" y="1219200"/>
            <a:ext cx="1219200" cy="1219200"/>
          </a:xfrm>
          <a:prstGeom prst="line">
            <a:avLst/>
          </a:prstGeom>
          <a:noFill/>
          <a:ln/>
        </p:spPr>
        <p:txBody>
          <a:bodyPr/>
          <a:lstStyle/>
          <a:p>
            <a:endParaRPr lang="en-US"/>
          </a:p>
        </p:txBody>
      </p:sp>
      <p:sp>
        <p:nvSpPr>
          <p:cNvPr id="5" name="Text 2"/>
          <p:cNvSpPr/>
          <p:nvPr/>
        </p:nvSpPr>
        <p:spPr>
          <a:xfrm>
            <a:off x="609600" y="1574800"/>
            <a:ext cx="6032500" cy="787400"/>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latin typeface="Roboto"/>
                <a:ea typeface="Roboto"/>
                <a:cs typeface="Roboto"/>
              </a:rPr>
              <a:t>This table summarizes the various models used to predict employee retention, highlighting their accuracy rates and key metrics employed.</a:t>
            </a:r>
          </a:p>
        </p:txBody>
      </p:sp>
      <p:sp>
        <p:nvSpPr>
          <p:cNvPr id="6" name="TextBox 5">
            <a:extLst>
              <a:ext uri="{FF2B5EF4-FFF2-40B4-BE49-F238E27FC236}">
                <a16:creationId xmlns:a16="http://schemas.microsoft.com/office/drawing/2014/main" id="{E9B1FCED-D1CB-82C9-2FBD-9DAA8C4722A1}"/>
              </a:ext>
            </a:extLst>
          </p:cNvPr>
          <p:cNvSpPr txBox="1"/>
          <p:nvPr/>
        </p:nvSpPr>
        <p:spPr>
          <a:xfrm>
            <a:off x="471591" y="4913868"/>
            <a:ext cx="10501211" cy="923330"/>
          </a:xfrm>
          <a:prstGeom prst="rect">
            <a:avLst/>
          </a:prstGeom>
          <a:noFill/>
        </p:spPr>
        <p:txBody>
          <a:bodyPr wrap="square" rtlCol="0">
            <a:spAutoFit/>
          </a:bodyPr>
          <a:lstStyle/>
          <a:p>
            <a:r>
              <a:rPr lang="en-US" dirty="0"/>
              <a:t>Tree based models provide much better prediction evaluation metrics then logistic regression. And they also can reveal what variables strongly affect the decision of leaving the company, namely work hours, evaluation, tenure, and salary</a:t>
            </a:r>
          </a:p>
        </p:txBody>
      </p:sp>
    </p:spTree>
    <p:extLst>
      <p:ext uri="{BB962C8B-B14F-4D97-AF65-F5344CB8AC3E}">
        <p14:creationId xmlns:p14="http://schemas.microsoft.com/office/powerpoint/2010/main" val="12283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C5532D8-EEDD-22C0-4DE1-0A154CFE1680}"/>
              </a:ext>
            </a:extLst>
          </p:cNvPr>
          <p:cNvPicPr>
            <a:picLocks noChangeAspect="1"/>
          </p:cNvPicPr>
          <p:nvPr/>
        </p:nvPicPr>
        <p:blipFill>
          <a:blip r:embed="rId2"/>
          <a:stretch>
            <a:fillRect/>
          </a:stretch>
        </p:blipFill>
        <p:spPr>
          <a:xfrm>
            <a:off x="458674" y="2306820"/>
            <a:ext cx="4047678" cy="3324425"/>
          </a:xfrm>
          <a:prstGeom prst="rect">
            <a:avLst/>
          </a:prstGeom>
        </p:spPr>
      </p:pic>
      <p:pic>
        <p:nvPicPr>
          <p:cNvPr id="3" name="Picture 2">
            <a:extLst>
              <a:ext uri="{FF2B5EF4-FFF2-40B4-BE49-F238E27FC236}">
                <a16:creationId xmlns:a16="http://schemas.microsoft.com/office/drawing/2014/main" id="{67D99A0A-FBF5-41C4-70B7-FCF2F229B7B1}"/>
              </a:ext>
            </a:extLst>
          </p:cNvPr>
          <p:cNvPicPr>
            <a:picLocks noChangeAspect="1"/>
          </p:cNvPicPr>
          <p:nvPr/>
        </p:nvPicPr>
        <p:blipFill>
          <a:blip r:embed="rId3"/>
          <a:stretch>
            <a:fillRect/>
          </a:stretch>
        </p:blipFill>
        <p:spPr>
          <a:xfrm>
            <a:off x="4303227" y="1885563"/>
            <a:ext cx="7536630" cy="4166938"/>
          </a:xfrm>
          <a:prstGeom prst="rect">
            <a:avLst/>
          </a:prstGeom>
        </p:spPr>
      </p:pic>
      <p:sp>
        <p:nvSpPr>
          <p:cNvPr id="5" name="Text 0">
            <a:extLst>
              <a:ext uri="{FF2B5EF4-FFF2-40B4-BE49-F238E27FC236}">
                <a16:creationId xmlns:a16="http://schemas.microsoft.com/office/drawing/2014/main" id="{CF35F6B3-349E-D975-50EA-A054369B0B83}"/>
              </a:ext>
            </a:extLst>
          </p:cNvPr>
          <p:cNvSpPr/>
          <p:nvPr/>
        </p:nvSpPr>
        <p:spPr>
          <a:xfrm>
            <a:off x="609600" y="201596"/>
            <a:ext cx="10972800" cy="1219200"/>
          </a:xfrm>
          <a:prstGeom prst="rect">
            <a:avLst/>
          </a:prstGeom>
          <a:noFill/>
          <a:ln/>
        </p:spPr>
        <p:txBody>
          <a:bodyPr wrap="square" rtlCol="0" anchor="ctr"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400" dirty="0">
                <a:latin typeface="Calibri"/>
                <a:cs typeface="Calibri"/>
              </a:rPr>
              <a:t>Random Forest Metrics Visualization</a:t>
            </a:r>
          </a:p>
        </p:txBody>
      </p:sp>
      <p:sp>
        <p:nvSpPr>
          <p:cNvPr id="6" name="Text 0">
            <a:extLst>
              <a:ext uri="{FF2B5EF4-FFF2-40B4-BE49-F238E27FC236}">
                <a16:creationId xmlns:a16="http://schemas.microsoft.com/office/drawing/2014/main" id="{58B0B28B-6E0B-616A-7862-F21E36133E39}"/>
              </a:ext>
            </a:extLst>
          </p:cNvPr>
          <p:cNvSpPr/>
          <p:nvPr/>
        </p:nvSpPr>
        <p:spPr>
          <a:xfrm>
            <a:off x="1183102" y="1755774"/>
            <a:ext cx="2598822" cy="519764"/>
          </a:xfrm>
          <a:prstGeom prst="rect">
            <a:avLst/>
          </a:prstGeom>
          <a:noFill/>
          <a:ln/>
        </p:spPr>
        <p:txBody>
          <a:bodyPr wrap="square" rtlCol="0" anchor="ctr"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b="1" dirty="0">
                <a:latin typeface="Roboto" panose="02000000000000000000" pitchFamily="2" charset="0"/>
                <a:ea typeface="Roboto" panose="02000000000000000000" pitchFamily="2" charset="0"/>
                <a:cs typeface="Roboto" panose="02000000000000000000" pitchFamily="2" charset="0"/>
              </a:rPr>
              <a:t>Confusion Matrix of the Prediction</a:t>
            </a:r>
          </a:p>
        </p:txBody>
      </p:sp>
    </p:spTree>
    <p:extLst>
      <p:ext uri="{BB962C8B-B14F-4D97-AF65-F5344CB8AC3E}">
        <p14:creationId xmlns:p14="http://schemas.microsoft.com/office/powerpoint/2010/main" val="4188083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116D-8752-E717-E217-E1969FF87F29}"/>
              </a:ext>
            </a:extLst>
          </p:cNvPr>
          <p:cNvSpPr>
            <a:spLocks noGrp="1"/>
          </p:cNvSpPr>
          <p:nvPr>
            <p:ph type="title"/>
          </p:nvPr>
        </p:nvSpPr>
        <p:spPr>
          <a:xfrm>
            <a:off x="609599" y="363537"/>
            <a:ext cx="8418898" cy="1230485"/>
          </a:xfrm>
        </p:spPr>
        <p:txBody>
          <a:bodyPr/>
          <a:lstStyle/>
          <a:p>
            <a:r>
              <a:rPr lang="en-US" dirty="0"/>
              <a:t>Conclusion and Recommendations</a:t>
            </a:r>
          </a:p>
        </p:txBody>
      </p:sp>
      <p:sp>
        <p:nvSpPr>
          <p:cNvPr id="3" name="Text Placeholder 2">
            <a:extLst>
              <a:ext uri="{FF2B5EF4-FFF2-40B4-BE49-F238E27FC236}">
                <a16:creationId xmlns:a16="http://schemas.microsoft.com/office/drawing/2014/main" id="{08775622-3F76-0211-0F4F-B5D4D05F88C3}"/>
              </a:ext>
            </a:extLst>
          </p:cNvPr>
          <p:cNvSpPr>
            <a:spLocks noGrp="1"/>
          </p:cNvSpPr>
          <p:nvPr>
            <p:ph type="body" idx="24"/>
          </p:nvPr>
        </p:nvSpPr>
        <p:spPr>
          <a:xfrm>
            <a:off x="609599" y="1434750"/>
            <a:ext cx="5334003" cy="593840"/>
          </a:xfrm>
        </p:spPr>
        <p:txBody>
          <a:bodyPr/>
          <a:lstStyle/>
          <a:p>
            <a:r>
              <a:rPr lang="en-US" dirty="0"/>
              <a:t>Summary of Key Findings</a:t>
            </a:r>
          </a:p>
        </p:txBody>
      </p:sp>
      <p:sp>
        <p:nvSpPr>
          <p:cNvPr id="4" name="Text Placeholder 3">
            <a:extLst>
              <a:ext uri="{FF2B5EF4-FFF2-40B4-BE49-F238E27FC236}">
                <a16:creationId xmlns:a16="http://schemas.microsoft.com/office/drawing/2014/main" id="{D7138E24-8F8D-F265-3328-FFB9720F4176}"/>
              </a:ext>
            </a:extLst>
          </p:cNvPr>
          <p:cNvSpPr>
            <a:spLocks noGrp="1"/>
          </p:cNvSpPr>
          <p:nvPr>
            <p:ph type="body" sz="half" idx="25"/>
          </p:nvPr>
        </p:nvSpPr>
        <p:spPr>
          <a:xfrm>
            <a:off x="609600" y="2161801"/>
            <a:ext cx="5252185" cy="2667610"/>
          </a:xfrm>
        </p:spPr>
        <p:txBody>
          <a:bodyPr/>
          <a:lstStyle/>
          <a:p>
            <a:pPr marL="285750" indent="-285750">
              <a:buFont typeface="Arial" panose="020B0604020202020204" pitchFamily="34" charset="0"/>
              <a:buChar char="•"/>
            </a:pPr>
            <a:r>
              <a:rPr lang="en-US" sz="1400" dirty="0"/>
              <a:t>Overwork is prevalent(&gt;170 hours/month)</a:t>
            </a:r>
          </a:p>
          <a:p>
            <a:pPr marL="285750" indent="-285750">
              <a:buFont typeface="Arial" panose="020B0604020202020204" pitchFamily="34" charset="0"/>
              <a:buChar char="•"/>
            </a:pPr>
            <a:r>
              <a:rPr lang="en-US" sz="1400" dirty="0"/>
              <a:t>Employee start mass exodus from year 3 and peak at year 5</a:t>
            </a:r>
          </a:p>
          <a:p>
            <a:pPr marL="285750" indent="-285750">
              <a:buFont typeface="Arial" panose="020B0604020202020204" pitchFamily="34" charset="0"/>
              <a:buChar char="•"/>
            </a:pPr>
            <a:r>
              <a:rPr lang="en-US" sz="1400" dirty="0"/>
              <a:t>Employee who leave concentrated in two group, one is high work hour, high evaluation, and the other is low work hour low evaluation</a:t>
            </a:r>
          </a:p>
          <a:p>
            <a:pPr marL="285750" indent="-285750">
              <a:buFont typeface="Arial" panose="020B0604020202020204" pitchFamily="34" charset="0"/>
              <a:buChar char="•"/>
            </a:pPr>
            <a:r>
              <a:rPr lang="en-US" sz="1400" dirty="0"/>
              <a:t>Salary and promotion rate are low among high work hour, high evaluation employee</a:t>
            </a:r>
          </a:p>
          <a:p>
            <a:pPr marL="285750" indent="-285750">
              <a:buFont typeface="Arial" panose="020B0604020202020204" pitchFamily="34" charset="0"/>
              <a:buChar char="•"/>
            </a:pPr>
            <a:r>
              <a:rPr lang="en-US" sz="1400" dirty="0"/>
              <a:t>Evaluation is highly correlated with workload</a:t>
            </a:r>
          </a:p>
        </p:txBody>
      </p:sp>
      <p:sp>
        <p:nvSpPr>
          <p:cNvPr id="9" name="Text Placeholder 2">
            <a:extLst>
              <a:ext uri="{FF2B5EF4-FFF2-40B4-BE49-F238E27FC236}">
                <a16:creationId xmlns:a16="http://schemas.microsoft.com/office/drawing/2014/main" id="{2F434BE9-6B45-596A-6F17-6629F08AACEF}"/>
              </a:ext>
            </a:extLst>
          </p:cNvPr>
          <p:cNvSpPr txBox="1">
            <a:spLocks/>
          </p:cNvSpPr>
          <p:nvPr/>
        </p:nvSpPr>
        <p:spPr>
          <a:xfrm>
            <a:off x="6096000" y="1434750"/>
            <a:ext cx="5334003" cy="593840"/>
          </a:xfrm>
          <a:prstGeom prst="rect">
            <a:avLst/>
          </a:prstGeom>
        </p:spPr>
        <p:txBody>
          <a:bodyPr vert="horz" lIns="91440" tIns="45720" rIns="91440" bIns="45720" rtlCol="0" anchor="b">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tx1">
                    <a:lumMod val="75000"/>
                    <a:lumOff val="25000"/>
                  </a:schemeClr>
                </a:solidFill>
                <a:latin typeface="+mn-lt"/>
                <a:ea typeface="Roboto" panose="02000000000000000000" pitchFamily="2" charset="0"/>
                <a:cs typeface="Roboto" panose="02000000000000000000" pitchFamily="2"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Recommendations</a:t>
            </a:r>
          </a:p>
        </p:txBody>
      </p:sp>
      <p:sp>
        <p:nvSpPr>
          <p:cNvPr id="10" name="Text Placeholder 3">
            <a:extLst>
              <a:ext uri="{FF2B5EF4-FFF2-40B4-BE49-F238E27FC236}">
                <a16:creationId xmlns:a16="http://schemas.microsoft.com/office/drawing/2014/main" id="{DA98EF04-F100-4E35-6E60-1A9572911E84}"/>
              </a:ext>
            </a:extLst>
          </p:cNvPr>
          <p:cNvSpPr txBox="1">
            <a:spLocks/>
          </p:cNvSpPr>
          <p:nvPr/>
        </p:nvSpPr>
        <p:spPr>
          <a:xfrm>
            <a:off x="6096000" y="2161801"/>
            <a:ext cx="5252185" cy="266761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lumMod val="75000"/>
                    <a:lumOff val="25000"/>
                  </a:schemeClr>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285750" indent="-285750">
              <a:buFont typeface="Arial" panose="020B0604020202020204" pitchFamily="34" charset="0"/>
              <a:buChar char="•"/>
            </a:pPr>
            <a:r>
              <a:rPr lang="en-US" sz="1400" dirty="0"/>
              <a:t>Restrict overtime work to reduce burnout, make employee and management aware of the company’s overtime policy.</a:t>
            </a:r>
          </a:p>
          <a:p>
            <a:pPr marL="285750" indent="-285750">
              <a:buFont typeface="Arial" panose="020B0604020202020204" pitchFamily="34" charset="0"/>
              <a:buChar char="•"/>
            </a:pPr>
            <a:r>
              <a:rPr lang="en-US" sz="1400" dirty="0"/>
              <a:t>Improve the evaluation system, make it less tied to work hours, but more on productivity.</a:t>
            </a:r>
          </a:p>
          <a:p>
            <a:pPr marL="285750" indent="-285750">
              <a:buFont typeface="Arial" panose="020B0604020202020204" pitchFamily="34" charset="0"/>
              <a:buChar char="•"/>
            </a:pPr>
            <a:r>
              <a:rPr lang="en-US" sz="1400" dirty="0"/>
              <a:t>Improve the compensation among high performance employee.</a:t>
            </a:r>
          </a:p>
          <a:p>
            <a:pPr marL="285750" indent="-285750">
              <a:buFont typeface="Arial" panose="020B0604020202020204" pitchFamily="34" charset="0"/>
              <a:buChar char="•"/>
            </a:pPr>
            <a:endParaRPr lang="en-US" sz="1400" dirty="0"/>
          </a:p>
        </p:txBody>
      </p:sp>
    </p:spTree>
    <p:extLst>
      <p:ext uri="{BB962C8B-B14F-4D97-AF65-F5344CB8AC3E}">
        <p14:creationId xmlns:p14="http://schemas.microsoft.com/office/powerpoint/2010/main" val="230045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Drif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2.1" id="{19F6FF4A-BFB8-D448-81DB-A8F1C71F8E46}" vid="{CDCDF023-17A4-CF46-89DD-D6386F64A91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983CEE2-4838-4E95-835D-8BB6905FD283}">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81</TotalTime>
  <Words>470</Words>
  <Application>Microsoft Office PowerPoint</Application>
  <PresentationFormat>Widescreen</PresentationFormat>
  <Paragraphs>66</Paragraphs>
  <Slides>8</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Aptos</vt:lpstr>
      <vt:lpstr>Aptos Display</vt:lpstr>
      <vt:lpstr>Arial</vt:lpstr>
      <vt:lpstr>Calibri</vt:lpstr>
      <vt:lpstr>Roboto</vt:lpstr>
      <vt:lpstr>Office Theme</vt:lpstr>
      <vt:lpstr>Drift</vt:lpstr>
      <vt:lpstr>Employee Turnover Analysis</vt:lpstr>
      <vt:lpstr>Objective Overview</vt:lpstr>
      <vt:lpstr>Key Predictive Factors</vt:lpstr>
      <vt:lpstr>Exploratory Data Analysis</vt:lpstr>
      <vt:lpstr>PowerPoint Presentation</vt:lpstr>
      <vt:lpstr>PowerPoint Presentation</vt:lpstr>
      <vt:lpstr>PowerPoint Presentation</vt:lpstr>
      <vt:lpstr>Conclusion and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YUAN CHEN</dc:creator>
  <cp:lastModifiedBy>ZHAO, YANHUI</cp:lastModifiedBy>
  <cp:revision>20</cp:revision>
  <dcterms:created xsi:type="dcterms:W3CDTF">2024-11-28T04:35:38Z</dcterms:created>
  <dcterms:modified xsi:type="dcterms:W3CDTF">2025-01-13T06:26:34Z</dcterms:modified>
</cp:coreProperties>
</file>